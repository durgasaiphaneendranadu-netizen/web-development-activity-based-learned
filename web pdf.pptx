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2"/>
    <p:sldId id="257" r:id="rId3"/>
    <p:sldId id="259" r:id="rId4"/>
    <p:sldId id="258" r:id="rId5"/>
    <p:sldId id="260" r:id="rId6"/>
  </p:sldIdLst>
  <p:sldSz cx="7556500" cy="20104100"/>
  <p:notesSz cx="75565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94660"/>
  </p:normalViewPr>
  <p:slideViewPr>
    <p:cSldViewPr>
      <p:cViewPr>
        <p:scale>
          <a:sx n="100" d="100"/>
          <a:sy n="100" d="100"/>
        </p:scale>
        <p:origin x="1550" y="-766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F3D2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F3D2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F3D2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F3D2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560309" cy="228600"/>
          </a:xfrm>
          <a:custGeom>
            <a:avLst/>
            <a:gdLst/>
            <a:ahLst/>
            <a:cxnLst/>
            <a:rect l="l" t="t" r="r" b="b"/>
            <a:pathLst>
              <a:path w="7560309" h="228600">
                <a:moveTo>
                  <a:pt x="7560000" y="0"/>
                </a:moveTo>
                <a:lnTo>
                  <a:pt x="0" y="0"/>
                </a:lnTo>
                <a:lnTo>
                  <a:pt x="0" y="228600"/>
                </a:lnTo>
                <a:lnTo>
                  <a:pt x="7560000" y="228600"/>
                </a:lnTo>
                <a:lnTo>
                  <a:pt x="7560000" y="0"/>
                </a:lnTo>
                <a:close/>
              </a:path>
            </a:pathLst>
          </a:custGeom>
          <a:solidFill>
            <a:srgbClr val="1F3D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10463400"/>
            <a:ext cx="7560309" cy="228600"/>
          </a:xfrm>
          <a:custGeom>
            <a:avLst/>
            <a:gdLst/>
            <a:ahLst/>
            <a:cxnLst/>
            <a:rect l="l" t="t" r="r" b="b"/>
            <a:pathLst>
              <a:path w="7560309" h="228600">
                <a:moveTo>
                  <a:pt x="7560000" y="0"/>
                </a:moveTo>
                <a:lnTo>
                  <a:pt x="0" y="0"/>
                </a:lnTo>
                <a:lnTo>
                  <a:pt x="0" y="228600"/>
                </a:lnTo>
                <a:lnTo>
                  <a:pt x="7560000" y="228600"/>
                </a:lnTo>
                <a:lnTo>
                  <a:pt x="7560000" y="0"/>
                </a:lnTo>
                <a:close/>
              </a:path>
            </a:pathLst>
          </a:custGeom>
          <a:solidFill>
            <a:srgbClr val="1F3D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19818" y="1003300"/>
            <a:ext cx="3923212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F3D2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jpg"/><Relationship Id="rId47" Type="http://schemas.openxmlformats.org/officeDocument/2006/relationships/image" Target="../media/image46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jp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8" Type="http://schemas.openxmlformats.org/officeDocument/2006/relationships/image" Target="../media/image86.png"/><Relationship Id="rId5" Type="http://schemas.openxmlformats.org/officeDocument/2006/relationships/image" Target="../media/image4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jpg"/><Relationship Id="rId48" Type="http://schemas.openxmlformats.org/officeDocument/2006/relationships/image" Target="../media/image47.jpg"/><Relationship Id="rId56" Type="http://schemas.openxmlformats.org/officeDocument/2006/relationships/image" Target="../media/image55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jp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jpg"/><Relationship Id="rId36" Type="http://schemas.openxmlformats.org/officeDocument/2006/relationships/image" Target="../media/image35.jpg"/><Relationship Id="rId49" Type="http://schemas.openxmlformats.org/officeDocument/2006/relationships/image" Target="../media/image48.png"/><Relationship Id="rId57" Type="http://schemas.openxmlformats.org/officeDocument/2006/relationships/slide" Target="slide2.xml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7.png"/><Relationship Id="rId18" Type="http://schemas.openxmlformats.org/officeDocument/2006/relationships/image" Target="../media/image72.png"/><Relationship Id="rId26" Type="http://schemas.openxmlformats.org/officeDocument/2006/relationships/image" Target="../media/image79.png"/><Relationship Id="rId3" Type="http://schemas.openxmlformats.org/officeDocument/2006/relationships/image" Target="../media/image57.png"/><Relationship Id="rId21" Type="http://schemas.openxmlformats.org/officeDocument/2006/relationships/image" Target="../media/image75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5" Type="http://schemas.openxmlformats.org/officeDocument/2006/relationships/hyperlink" Target="mailto:you@example.com" TargetMode="External"/><Relationship Id="rId33" Type="http://schemas.openxmlformats.org/officeDocument/2006/relationships/image" Target="../media/image86.jpg"/><Relationship Id="rId2" Type="http://schemas.openxmlformats.org/officeDocument/2006/relationships/image" Target="../media/image56.png"/><Relationship Id="rId16" Type="http://schemas.openxmlformats.org/officeDocument/2006/relationships/image" Target="../media/image70.png"/><Relationship Id="rId20" Type="http://schemas.openxmlformats.org/officeDocument/2006/relationships/image" Target="../media/image74.png"/><Relationship Id="rId29" Type="http://schemas.openxmlformats.org/officeDocument/2006/relationships/image" Target="../media/image8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24" Type="http://schemas.openxmlformats.org/officeDocument/2006/relationships/image" Target="../media/image78.png"/><Relationship Id="rId32" Type="http://schemas.openxmlformats.org/officeDocument/2006/relationships/image" Target="../media/image85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23" Type="http://schemas.openxmlformats.org/officeDocument/2006/relationships/image" Target="../media/image77.png"/><Relationship Id="rId28" Type="http://schemas.openxmlformats.org/officeDocument/2006/relationships/image" Target="../media/image81.png"/><Relationship Id="rId10" Type="http://schemas.openxmlformats.org/officeDocument/2006/relationships/image" Target="../media/image64.png"/><Relationship Id="rId19" Type="http://schemas.openxmlformats.org/officeDocument/2006/relationships/image" Target="../media/image73.png"/><Relationship Id="rId31" Type="http://schemas.openxmlformats.org/officeDocument/2006/relationships/image" Target="../media/image84.png"/><Relationship Id="rId4" Type="http://schemas.openxmlformats.org/officeDocument/2006/relationships/image" Target="../media/image58.jpg"/><Relationship Id="rId9" Type="http://schemas.openxmlformats.org/officeDocument/2006/relationships/image" Target="../media/image63.png"/><Relationship Id="rId14" Type="http://schemas.openxmlformats.org/officeDocument/2006/relationships/image" Target="../media/image68.png"/><Relationship Id="rId22" Type="http://schemas.openxmlformats.org/officeDocument/2006/relationships/image" Target="../media/image76.png"/><Relationship Id="rId27" Type="http://schemas.openxmlformats.org/officeDocument/2006/relationships/image" Target="../media/image80.png"/><Relationship Id="rId30" Type="http://schemas.openxmlformats.org/officeDocument/2006/relationships/image" Target="../media/image83.png"/><Relationship Id="rId8" Type="http://schemas.openxmlformats.org/officeDocument/2006/relationships/image" Target="../media/image62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8.png"/><Relationship Id="rId18" Type="http://schemas.openxmlformats.org/officeDocument/2006/relationships/image" Target="../media/image103.png"/><Relationship Id="rId26" Type="http://schemas.openxmlformats.org/officeDocument/2006/relationships/image" Target="../media/image111.jpg"/><Relationship Id="rId39" Type="http://schemas.openxmlformats.org/officeDocument/2006/relationships/image" Target="../media/image124.jpg"/><Relationship Id="rId21" Type="http://schemas.openxmlformats.org/officeDocument/2006/relationships/image" Target="../media/image106.png"/><Relationship Id="rId34" Type="http://schemas.openxmlformats.org/officeDocument/2006/relationships/image" Target="../media/image119.png"/><Relationship Id="rId42" Type="http://schemas.openxmlformats.org/officeDocument/2006/relationships/image" Target="../media/image127.jpg"/><Relationship Id="rId47" Type="http://schemas.openxmlformats.org/officeDocument/2006/relationships/image" Target="../media/image132.png"/><Relationship Id="rId50" Type="http://schemas.openxmlformats.org/officeDocument/2006/relationships/image" Target="../media/image135.png"/><Relationship Id="rId7" Type="http://schemas.openxmlformats.org/officeDocument/2006/relationships/image" Target="../media/image92.png"/><Relationship Id="rId2" Type="http://schemas.openxmlformats.org/officeDocument/2006/relationships/image" Target="../media/image87.png"/><Relationship Id="rId16" Type="http://schemas.openxmlformats.org/officeDocument/2006/relationships/image" Target="../media/image101.png"/><Relationship Id="rId29" Type="http://schemas.openxmlformats.org/officeDocument/2006/relationships/image" Target="../media/image114.png"/><Relationship Id="rId11" Type="http://schemas.openxmlformats.org/officeDocument/2006/relationships/image" Target="../media/image96.png"/><Relationship Id="rId24" Type="http://schemas.openxmlformats.org/officeDocument/2006/relationships/image" Target="../media/image109.jpg"/><Relationship Id="rId32" Type="http://schemas.openxmlformats.org/officeDocument/2006/relationships/image" Target="../media/image117.png"/><Relationship Id="rId37" Type="http://schemas.openxmlformats.org/officeDocument/2006/relationships/image" Target="../media/image122.png"/><Relationship Id="rId40" Type="http://schemas.openxmlformats.org/officeDocument/2006/relationships/image" Target="../media/image125.png"/><Relationship Id="rId45" Type="http://schemas.openxmlformats.org/officeDocument/2006/relationships/image" Target="../media/image130.jpg"/><Relationship Id="rId5" Type="http://schemas.openxmlformats.org/officeDocument/2006/relationships/image" Target="../media/image90.png"/><Relationship Id="rId15" Type="http://schemas.openxmlformats.org/officeDocument/2006/relationships/image" Target="../media/image100.png"/><Relationship Id="rId23" Type="http://schemas.openxmlformats.org/officeDocument/2006/relationships/image" Target="../media/image108.jpg"/><Relationship Id="rId28" Type="http://schemas.openxmlformats.org/officeDocument/2006/relationships/image" Target="../media/image113.jpg"/><Relationship Id="rId36" Type="http://schemas.openxmlformats.org/officeDocument/2006/relationships/image" Target="../media/image121.png"/><Relationship Id="rId49" Type="http://schemas.openxmlformats.org/officeDocument/2006/relationships/image" Target="../media/image134.png"/><Relationship Id="rId10" Type="http://schemas.openxmlformats.org/officeDocument/2006/relationships/image" Target="../media/image95.png"/><Relationship Id="rId19" Type="http://schemas.openxmlformats.org/officeDocument/2006/relationships/image" Target="../media/image104.jpg"/><Relationship Id="rId31" Type="http://schemas.openxmlformats.org/officeDocument/2006/relationships/image" Target="../media/image116.png"/><Relationship Id="rId44" Type="http://schemas.openxmlformats.org/officeDocument/2006/relationships/image" Target="../media/image129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Relationship Id="rId22" Type="http://schemas.openxmlformats.org/officeDocument/2006/relationships/image" Target="../media/image107.jpg"/><Relationship Id="rId27" Type="http://schemas.openxmlformats.org/officeDocument/2006/relationships/image" Target="../media/image112.png"/><Relationship Id="rId30" Type="http://schemas.openxmlformats.org/officeDocument/2006/relationships/image" Target="../media/image115.png"/><Relationship Id="rId35" Type="http://schemas.openxmlformats.org/officeDocument/2006/relationships/image" Target="../media/image120.png"/><Relationship Id="rId43" Type="http://schemas.openxmlformats.org/officeDocument/2006/relationships/image" Target="../media/image128.png"/><Relationship Id="rId48" Type="http://schemas.openxmlformats.org/officeDocument/2006/relationships/image" Target="../media/image133.jpg"/><Relationship Id="rId8" Type="http://schemas.openxmlformats.org/officeDocument/2006/relationships/image" Target="../media/image93.png"/><Relationship Id="rId3" Type="http://schemas.openxmlformats.org/officeDocument/2006/relationships/image" Target="../media/image88.jp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5" Type="http://schemas.openxmlformats.org/officeDocument/2006/relationships/image" Target="../media/image110.jpg"/><Relationship Id="rId33" Type="http://schemas.openxmlformats.org/officeDocument/2006/relationships/image" Target="../media/image118.jpg"/><Relationship Id="rId38" Type="http://schemas.openxmlformats.org/officeDocument/2006/relationships/image" Target="../media/image123.jpg"/><Relationship Id="rId46" Type="http://schemas.openxmlformats.org/officeDocument/2006/relationships/image" Target="../media/image131.png"/><Relationship Id="rId20" Type="http://schemas.openxmlformats.org/officeDocument/2006/relationships/image" Target="../media/image105.png"/><Relationship Id="rId41" Type="http://schemas.openxmlformats.org/officeDocument/2006/relationships/image" Target="../media/image12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CD5D39-F04D-0CC9-2DD8-4D37F0E14151}"/>
              </a:ext>
            </a:extLst>
          </p:cNvPr>
          <p:cNvSpPr txBox="1"/>
          <p:nvPr/>
        </p:nvSpPr>
        <p:spPr>
          <a:xfrm>
            <a:off x="4434348" y="3796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E" dirty="0"/>
          </a:p>
        </p:txBody>
      </p:sp>
      <p:sp>
        <p:nvSpPr>
          <p:cNvPr id="5" name="object 2" descr="$PPTXTitle">
            <a:extLst>
              <a:ext uri="{FF2B5EF4-FFF2-40B4-BE49-F238E27FC236}">
                <a16:creationId xmlns:a16="http://schemas.microsoft.com/office/drawing/2014/main" id="{8E8926AB-86CF-BCFA-022A-91B2EFD84C85}"/>
              </a:ext>
            </a:extLst>
          </p:cNvPr>
          <p:cNvSpPr txBox="1">
            <a:spLocks/>
          </p:cNvSpPr>
          <p:nvPr/>
        </p:nvSpPr>
        <p:spPr>
          <a:xfrm>
            <a:off x="1873250" y="143532"/>
            <a:ext cx="629179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/>
              <a:t>WEB</a:t>
            </a:r>
            <a:r>
              <a:rPr lang="en-US" sz="3200" spc="-70" dirty="0"/>
              <a:t>     </a:t>
            </a:r>
            <a:r>
              <a:rPr lang="en-US" sz="3200" spc="-10" dirty="0"/>
              <a:t>DEVELOPMENT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AE9383E8-2C57-8D4A-44C8-FE1A5AEDC62E}"/>
              </a:ext>
            </a:extLst>
          </p:cNvPr>
          <p:cNvSpPr txBox="1"/>
          <p:nvPr/>
        </p:nvSpPr>
        <p:spPr>
          <a:xfrm>
            <a:off x="1873250" y="857522"/>
            <a:ext cx="43605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1F3D2F"/>
                </a:solidFill>
                <a:latin typeface="Arial"/>
                <a:cs typeface="Arial"/>
              </a:rPr>
              <a:t>ACTIVITY-BASED LEARNING (ABL) </a:t>
            </a:r>
            <a:r>
              <a:rPr sz="1600" b="1" spc="-10" dirty="0">
                <a:solidFill>
                  <a:srgbClr val="1F3D2F"/>
                </a:solidFill>
                <a:latin typeface="Arial"/>
                <a:cs typeface="Arial"/>
              </a:rPr>
              <a:t>REPORT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34B07C20-6366-C4FF-53C5-76B6A04AFED5}"/>
              </a:ext>
            </a:extLst>
          </p:cNvPr>
          <p:cNvSpPr/>
          <p:nvPr/>
        </p:nvSpPr>
        <p:spPr>
          <a:xfrm>
            <a:off x="2254250" y="648436"/>
            <a:ext cx="3048000" cy="0"/>
          </a:xfrm>
          <a:custGeom>
            <a:avLst/>
            <a:gdLst/>
            <a:ahLst/>
            <a:cxnLst/>
            <a:rect l="l" t="t" r="r" b="b"/>
            <a:pathLst>
              <a:path w="3048000">
                <a:moveTo>
                  <a:pt x="0" y="0"/>
                </a:moveTo>
                <a:lnTo>
                  <a:pt x="3048000" y="0"/>
                </a:lnTo>
              </a:path>
            </a:pathLst>
          </a:custGeom>
          <a:ln w="19050">
            <a:solidFill>
              <a:srgbClr val="1F3D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3DE3D8C-F350-EE89-B99A-F861C7BBA2BC}"/>
              </a:ext>
            </a:extLst>
          </p:cNvPr>
          <p:cNvSpPr txBox="1"/>
          <p:nvPr/>
        </p:nvSpPr>
        <p:spPr>
          <a:xfrm>
            <a:off x="2222500" y="1549183"/>
            <a:ext cx="3058160" cy="2005964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sz="1300" i="1" dirty="0">
                <a:solidFill>
                  <a:srgbClr val="444444"/>
                </a:solidFill>
                <a:latin typeface="Arial"/>
                <a:cs typeface="Arial"/>
              </a:rPr>
              <a:t>Submitted</a:t>
            </a:r>
            <a:r>
              <a:rPr sz="1300" i="1" spc="-6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300" i="1" spc="-25" dirty="0">
                <a:solidFill>
                  <a:srgbClr val="444444"/>
                </a:solidFill>
                <a:latin typeface="Arial"/>
                <a:cs typeface="Arial"/>
              </a:rPr>
              <a:t>by</a:t>
            </a:r>
            <a:endParaRPr sz="1300" dirty="0">
              <a:latin typeface="Arial"/>
              <a:cs typeface="Arial"/>
            </a:endParaRPr>
          </a:p>
          <a:p>
            <a:pPr marL="589915">
              <a:lnSpc>
                <a:spcPct val="100000"/>
              </a:lnSpc>
              <a:spcBef>
                <a:spcPts val="940"/>
              </a:spcBef>
            </a:pPr>
            <a:r>
              <a:rPr lang="en-US" sz="2000" b="1" dirty="0">
                <a:latin typeface="Arial"/>
                <a:cs typeface="Arial"/>
              </a:rPr>
              <a:t>N . Durga  Sai</a:t>
            </a:r>
            <a:endParaRPr sz="2000" dirty="0">
              <a:latin typeface="Arial"/>
              <a:cs typeface="Arial"/>
            </a:endParaRPr>
          </a:p>
          <a:p>
            <a:pPr marL="464184" marR="456565" algn="ctr">
              <a:lnSpc>
                <a:spcPts val="2400"/>
              </a:lnSpc>
              <a:spcBef>
                <a:spcPts val="80"/>
              </a:spcBef>
            </a:pPr>
            <a:r>
              <a:rPr sz="1300" dirty="0">
                <a:solidFill>
                  <a:srgbClr val="212121"/>
                </a:solidFill>
                <a:latin typeface="Arial"/>
                <a:cs typeface="Arial"/>
              </a:rPr>
              <a:t>Roll</a:t>
            </a:r>
            <a:r>
              <a:rPr sz="13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12121"/>
                </a:solidFill>
                <a:latin typeface="Arial"/>
                <a:cs typeface="Arial"/>
              </a:rPr>
              <a:t>Number:</a:t>
            </a:r>
            <a:r>
              <a:rPr sz="13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Arial"/>
                <a:cs typeface="Arial"/>
              </a:rPr>
              <a:t>260009</a:t>
            </a:r>
            <a:r>
              <a:rPr lang="en-US" sz="1300" spc="-10" dirty="0">
                <a:solidFill>
                  <a:srgbClr val="212121"/>
                </a:solidFill>
                <a:latin typeface="Arial"/>
                <a:cs typeface="Arial"/>
              </a:rPr>
              <a:t>66</a:t>
            </a:r>
            <a:r>
              <a:rPr sz="1300" spc="-1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12121"/>
                </a:solidFill>
                <a:latin typeface="Arial"/>
                <a:cs typeface="Arial"/>
              </a:rPr>
              <a:t>Branch</a:t>
            </a:r>
            <a:r>
              <a:rPr sz="13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12121"/>
                </a:solidFill>
                <a:latin typeface="Arial"/>
                <a:cs typeface="Arial"/>
              </a:rPr>
              <a:t>and</a:t>
            </a:r>
            <a:r>
              <a:rPr sz="13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12121"/>
                </a:solidFill>
                <a:latin typeface="Arial"/>
                <a:cs typeface="Arial"/>
              </a:rPr>
              <a:t>Section:</a:t>
            </a:r>
            <a:r>
              <a:rPr sz="13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12121"/>
                </a:solidFill>
                <a:latin typeface="Arial"/>
                <a:cs typeface="Arial"/>
              </a:rPr>
              <a:t>CSM</a:t>
            </a:r>
            <a:r>
              <a:rPr sz="1300" spc="-2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12121"/>
                </a:solidFill>
                <a:latin typeface="Arial"/>
                <a:cs typeface="Arial"/>
              </a:rPr>
              <a:t>/</a:t>
            </a:r>
            <a:r>
              <a:rPr sz="1300" spc="-2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300" spc="-50" dirty="0">
                <a:solidFill>
                  <a:srgbClr val="212121"/>
                </a:solidFill>
                <a:latin typeface="Arial"/>
                <a:cs typeface="Arial"/>
              </a:rPr>
              <a:t>2 </a:t>
            </a:r>
            <a:r>
              <a:rPr sz="1300" dirty="0">
                <a:solidFill>
                  <a:srgbClr val="212121"/>
                </a:solidFill>
                <a:latin typeface="Arial"/>
                <a:cs typeface="Arial"/>
              </a:rPr>
              <a:t>Course:</a:t>
            </a:r>
            <a:r>
              <a:rPr sz="1300" spc="-4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212121"/>
                </a:solidFill>
                <a:latin typeface="Arial"/>
                <a:cs typeface="Arial"/>
              </a:rPr>
              <a:t>Web</a:t>
            </a:r>
            <a:r>
              <a:rPr sz="1300" spc="-3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Arial"/>
                <a:cs typeface="Arial"/>
              </a:rPr>
              <a:t>Development</a:t>
            </a:r>
            <a:endParaRPr sz="13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120"/>
              </a:spcBef>
            </a:pPr>
            <a:r>
              <a:rPr sz="1400" b="1" dirty="0">
                <a:solidFill>
                  <a:srgbClr val="1F3D2F"/>
                </a:solidFill>
                <a:latin typeface="Arial"/>
                <a:cs typeface="Arial"/>
              </a:rPr>
              <a:t>Dr.</a:t>
            </a:r>
            <a:r>
              <a:rPr sz="1400" b="1" spc="-15" dirty="0">
                <a:solidFill>
                  <a:srgbClr val="1F3D2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F3D2F"/>
                </a:solidFill>
                <a:latin typeface="Arial"/>
                <a:cs typeface="Arial"/>
              </a:rPr>
              <a:t>RVR</a:t>
            </a:r>
            <a:r>
              <a:rPr sz="1400" b="1" spc="-15" dirty="0">
                <a:solidFill>
                  <a:srgbClr val="1F3D2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F3D2F"/>
                </a:solidFill>
                <a:latin typeface="Arial"/>
                <a:cs typeface="Arial"/>
              </a:rPr>
              <a:t>NRI</a:t>
            </a:r>
            <a:r>
              <a:rPr sz="1400" b="1" spc="-15" dirty="0">
                <a:solidFill>
                  <a:srgbClr val="1F3D2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F3D2F"/>
                </a:solidFill>
                <a:latin typeface="Arial"/>
                <a:cs typeface="Arial"/>
              </a:rPr>
              <a:t>Institute</a:t>
            </a:r>
            <a:r>
              <a:rPr sz="1400" b="1" spc="-15" dirty="0">
                <a:solidFill>
                  <a:srgbClr val="1F3D2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F3D2F"/>
                </a:solidFill>
                <a:latin typeface="Arial"/>
                <a:cs typeface="Arial"/>
              </a:rPr>
              <a:t>of</a:t>
            </a:r>
            <a:r>
              <a:rPr sz="1400" b="1" spc="-15" dirty="0">
                <a:solidFill>
                  <a:srgbClr val="1F3D2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F3D2F"/>
                </a:solidFill>
                <a:latin typeface="Arial"/>
                <a:cs typeface="Arial"/>
              </a:rPr>
              <a:t>Technology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9" name="object 6">
            <a:extLst>
              <a:ext uri="{FF2B5EF4-FFF2-40B4-BE49-F238E27FC236}">
                <a16:creationId xmlns:a16="http://schemas.microsoft.com/office/drawing/2014/main" id="{BB155503-53C7-4F6E-4D2C-751D0EFB06B3}"/>
              </a:ext>
            </a:extLst>
          </p:cNvPr>
          <p:cNvGrpSpPr/>
          <p:nvPr/>
        </p:nvGrpSpPr>
        <p:grpSpPr>
          <a:xfrm>
            <a:off x="1007745" y="4032250"/>
            <a:ext cx="5541010" cy="1917700"/>
            <a:chOff x="1009650" y="5302249"/>
            <a:chExt cx="5541010" cy="1917700"/>
          </a:xfrm>
        </p:grpSpPr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728F49CA-2713-3026-4318-AF20FBAE41A1}"/>
                </a:ext>
              </a:extLst>
            </p:cNvPr>
            <p:cNvSpPr/>
            <p:nvPr/>
          </p:nvSpPr>
          <p:spPr>
            <a:xfrm>
              <a:off x="1016000" y="5308599"/>
              <a:ext cx="5528310" cy="1905000"/>
            </a:xfrm>
            <a:custGeom>
              <a:avLst/>
              <a:gdLst/>
              <a:ahLst/>
              <a:cxnLst/>
              <a:rect l="l" t="t" r="r" b="b"/>
              <a:pathLst>
                <a:path w="5528309" h="1905000">
                  <a:moveTo>
                    <a:pt x="5426400" y="0"/>
                  </a:moveTo>
                  <a:lnTo>
                    <a:pt x="101600" y="0"/>
                  </a:lnTo>
                  <a:lnTo>
                    <a:pt x="62030" y="7976"/>
                  </a:lnTo>
                  <a:lnTo>
                    <a:pt x="29738" y="29738"/>
                  </a:lnTo>
                  <a:lnTo>
                    <a:pt x="7976" y="62030"/>
                  </a:lnTo>
                  <a:lnTo>
                    <a:pt x="0" y="101600"/>
                  </a:lnTo>
                  <a:lnTo>
                    <a:pt x="0" y="1803400"/>
                  </a:lnTo>
                  <a:lnTo>
                    <a:pt x="7976" y="1842969"/>
                  </a:lnTo>
                  <a:lnTo>
                    <a:pt x="29738" y="1875261"/>
                  </a:lnTo>
                  <a:lnTo>
                    <a:pt x="62030" y="1897023"/>
                  </a:lnTo>
                  <a:lnTo>
                    <a:pt x="101600" y="1905000"/>
                  </a:lnTo>
                  <a:lnTo>
                    <a:pt x="5426400" y="1905000"/>
                  </a:lnTo>
                  <a:lnTo>
                    <a:pt x="5465969" y="1897023"/>
                  </a:lnTo>
                  <a:lnTo>
                    <a:pt x="5498261" y="1875261"/>
                  </a:lnTo>
                  <a:lnTo>
                    <a:pt x="5520023" y="1842969"/>
                  </a:lnTo>
                  <a:lnTo>
                    <a:pt x="5528000" y="1803400"/>
                  </a:lnTo>
                  <a:lnTo>
                    <a:pt x="5528000" y="101600"/>
                  </a:lnTo>
                  <a:lnTo>
                    <a:pt x="5520023" y="62030"/>
                  </a:lnTo>
                  <a:lnTo>
                    <a:pt x="5498261" y="29738"/>
                  </a:lnTo>
                  <a:lnTo>
                    <a:pt x="5465969" y="7976"/>
                  </a:lnTo>
                  <a:lnTo>
                    <a:pt x="5426400" y="0"/>
                  </a:lnTo>
                  <a:close/>
                </a:path>
              </a:pathLst>
            </a:custGeom>
            <a:solidFill>
              <a:srgbClr val="EDF2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6C8999D1-E19B-668F-59F0-22F6E3F52A68}"/>
                </a:ext>
              </a:extLst>
            </p:cNvPr>
            <p:cNvSpPr/>
            <p:nvPr/>
          </p:nvSpPr>
          <p:spPr>
            <a:xfrm>
              <a:off x="1016000" y="5308599"/>
              <a:ext cx="5528310" cy="1905000"/>
            </a:xfrm>
            <a:custGeom>
              <a:avLst/>
              <a:gdLst/>
              <a:ahLst/>
              <a:cxnLst/>
              <a:rect l="l" t="t" r="r" b="b"/>
              <a:pathLst>
                <a:path w="5528309" h="1905000">
                  <a:moveTo>
                    <a:pt x="101600" y="1905000"/>
                  </a:moveTo>
                  <a:lnTo>
                    <a:pt x="5426400" y="1905000"/>
                  </a:lnTo>
                  <a:lnTo>
                    <a:pt x="5465969" y="1897023"/>
                  </a:lnTo>
                  <a:lnTo>
                    <a:pt x="5498261" y="1875261"/>
                  </a:lnTo>
                  <a:lnTo>
                    <a:pt x="5520023" y="1842969"/>
                  </a:lnTo>
                  <a:lnTo>
                    <a:pt x="5528000" y="1803400"/>
                  </a:lnTo>
                  <a:lnTo>
                    <a:pt x="5528000" y="101600"/>
                  </a:lnTo>
                  <a:lnTo>
                    <a:pt x="5520023" y="62030"/>
                  </a:lnTo>
                  <a:lnTo>
                    <a:pt x="5498261" y="29738"/>
                  </a:lnTo>
                  <a:lnTo>
                    <a:pt x="5465969" y="7976"/>
                  </a:lnTo>
                  <a:lnTo>
                    <a:pt x="5426400" y="0"/>
                  </a:lnTo>
                  <a:lnTo>
                    <a:pt x="101600" y="0"/>
                  </a:lnTo>
                  <a:lnTo>
                    <a:pt x="62030" y="7976"/>
                  </a:lnTo>
                  <a:lnTo>
                    <a:pt x="29738" y="29738"/>
                  </a:lnTo>
                  <a:lnTo>
                    <a:pt x="7976" y="62030"/>
                  </a:lnTo>
                  <a:lnTo>
                    <a:pt x="0" y="101600"/>
                  </a:lnTo>
                  <a:lnTo>
                    <a:pt x="0" y="1803400"/>
                  </a:lnTo>
                  <a:lnTo>
                    <a:pt x="7976" y="1842969"/>
                  </a:lnTo>
                  <a:lnTo>
                    <a:pt x="29738" y="1875261"/>
                  </a:lnTo>
                  <a:lnTo>
                    <a:pt x="62030" y="1897023"/>
                  </a:lnTo>
                  <a:lnTo>
                    <a:pt x="101600" y="1905000"/>
                  </a:lnTo>
                  <a:close/>
                </a:path>
              </a:pathLst>
            </a:custGeom>
            <a:ln w="12700">
              <a:solidFill>
                <a:srgbClr val="1F3D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B1D4DEB6-98F0-09DD-BF2B-FC5549BF8BB8}"/>
              </a:ext>
            </a:extLst>
          </p:cNvPr>
          <p:cNvSpPr txBox="1"/>
          <p:nvPr/>
        </p:nvSpPr>
        <p:spPr>
          <a:xfrm>
            <a:off x="1187450" y="4320710"/>
            <a:ext cx="4953000" cy="1374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7050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solidFill>
                  <a:srgbClr val="1F3D2F"/>
                </a:solidFill>
                <a:latin typeface="Arial"/>
                <a:cs typeface="Arial"/>
              </a:rPr>
              <a:t> Project</a:t>
            </a:r>
            <a:r>
              <a:rPr lang="en-US" sz="1400" b="1" spc="-55" dirty="0">
                <a:solidFill>
                  <a:srgbClr val="1F3D2F"/>
                </a:solidFill>
                <a:latin typeface="Arial"/>
                <a:cs typeface="Arial"/>
              </a:rPr>
              <a:t> </a:t>
            </a:r>
            <a:r>
              <a:rPr lang="en-US" sz="1400" b="1" spc="-10" dirty="0">
                <a:solidFill>
                  <a:srgbClr val="1F3D2F"/>
                </a:solidFill>
                <a:latin typeface="Arial"/>
                <a:cs typeface="Arial"/>
              </a:rPr>
              <a:t>Titles</a:t>
            </a:r>
            <a:endParaRPr lang="en-AE" sz="1400" dirty="0">
              <a:latin typeface="Arial"/>
              <a:cs typeface="Arial"/>
            </a:endParaRPr>
          </a:p>
          <a:p>
            <a:pPr marL="12700">
              <a:spcBef>
                <a:spcPts val="1320"/>
              </a:spcBef>
              <a:tabLst>
                <a:tab pos="210185" algn="l"/>
              </a:tabLst>
            </a:pPr>
            <a:r>
              <a:rPr lang="en-US" sz="1400" dirty="0">
                <a:latin typeface="Arial"/>
                <a:cs typeface="Arial"/>
              </a:rPr>
              <a:t>                  1. Electronic Store </a:t>
            </a:r>
            <a:r>
              <a:rPr lang="en-US" sz="1400" spc="-10" dirty="0">
                <a:latin typeface="Arial"/>
                <a:cs typeface="Arial"/>
              </a:rPr>
              <a:t>Website</a:t>
            </a:r>
          </a:p>
          <a:p>
            <a:pPr marL="12700">
              <a:spcBef>
                <a:spcPts val="1320"/>
              </a:spcBef>
              <a:tabLst>
                <a:tab pos="210185" algn="l"/>
              </a:tabLst>
            </a:pPr>
            <a:r>
              <a:rPr lang="en-US" sz="1400" dirty="0">
                <a:latin typeface="Arial"/>
                <a:cs typeface="Arial"/>
              </a:rPr>
              <a:t>                  2. Bus and Train Ticket Booking </a:t>
            </a:r>
            <a:r>
              <a:rPr lang="en-US" sz="1400" spc="-10" dirty="0">
                <a:latin typeface="Arial"/>
                <a:cs typeface="Arial"/>
              </a:rPr>
              <a:t>Interface</a:t>
            </a:r>
          </a:p>
          <a:p>
            <a:pPr marL="12700">
              <a:spcBef>
                <a:spcPts val="1320"/>
              </a:spcBef>
              <a:tabLst>
                <a:tab pos="210185" algn="l"/>
              </a:tabLst>
            </a:pPr>
            <a:r>
              <a:rPr lang="en-US" sz="1400" spc="-10" dirty="0">
                <a:latin typeface="Arial"/>
                <a:cs typeface="Arial"/>
              </a:rPr>
              <a:t>    </a:t>
            </a:r>
            <a:r>
              <a:rPr lang="en-US" sz="1400" dirty="0">
                <a:latin typeface="Arial"/>
                <a:cs typeface="Arial"/>
              </a:rPr>
              <a:t>              3. Online Food Ordering </a:t>
            </a:r>
            <a:r>
              <a:rPr lang="en-US" sz="1400" spc="-10" dirty="0">
                <a:latin typeface="Arial"/>
                <a:cs typeface="Arial"/>
              </a:rPr>
              <a:t>Website</a:t>
            </a:r>
            <a:endParaRPr lang="en-US" sz="1400" dirty="0">
              <a:latin typeface="Arial"/>
              <a:cs typeface="Arial"/>
            </a:endParaRPr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E3C9D5A1-5311-E915-CBC9-EC15CD7C0D25}"/>
              </a:ext>
            </a:extLst>
          </p:cNvPr>
          <p:cNvSpPr/>
          <p:nvPr/>
        </p:nvSpPr>
        <p:spPr>
          <a:xfrm>
            <a:off x="2380833" y="1289050"/>
            <a:ext cx="3048000" cy="0"/>
          </a:xfrm>
          <a:custGeom>
            <a:avLst/>
            <a:gdLst/>
            <a:ahLst/>
            <a:cxnLst/>
            <a:rect l="l" t="t" r="r" b="b"/>
            <a:pathLst>
              <a:path w="3048000">
                <a:moveTo>
                  <a:pt x="0" y="0"/>
                </a:moveTo>
                <a:lnTo>
                  <a:pt x="3048000" y="0"/>
                </a:lnTo>
              </a:path>
            </a:pathLst>
          </a:custGeom>
          <a:ln w="19050">
            <a:solidFill>
              <a:srgbClr val="1F3D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81311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object 5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8776" y="138812"/>
            <a:ext cx="503693" cy="55525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1621" y="138812"/>
            <a:ext cx="539388" cy="63457"/>
          </a:xfrm>
          <a:prstGeom prst="rect">
            <a:avLst/>
          </a:prstGeom>
        </p:spPr>
      </p:pic>
      <p:grpSp>
        <p:nvGrpSpPr>
          <p:cNvPr id="58" name="object 58"/>
          <p:cNvGrpSpPr/>
          <p:nvPr/>
        </p:nvGrpSpPr>
        <p:grpSpPr>
          <a:xfrm>
            <a:off x="0" y="0"/>
            <a:ext cx="3153410" cy="353060"/>
            <a:chOff x="0" y="0"/>
            <a:chExt cx="3153410" cy="353060"/>
          </a:xfrm>
        </p:grpSpPr>
        <p:pic>
          <p:nvPicPr>
            <p:cNvPr id="59" name="object 5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9346" y="138812"/>
              <a:ext cx="273660" cy="63457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0" y="0"/>
              <a:ext cx="3153410" cy="353060"/>
            </a:xfrm>
            <a:custGeom>
              <a:avLst/>
              <a:gdLst/>
              <a:ahLst/>
              <a:cxnLst/>
              <a:rect l="l" t="t" r="r" b="b"/>
              <a:pathLst>
                <a:path w="3153410" h="353060">
                  <a:moveTo>
                    <a:pt x="3153041" y="352981"/>
                  </a:moveTo>
                  <a:lnTo>
                    <a:pt x="0" y="352981"/>
                  </a:lnTo>
                  <a:lnTo>
                    <a:pt x="0" y="0"/>
                  </a:lnTo>
                  <a:lnTo>
                    <a:pt x="3153041" y="0"/>
                  </a:lnTo>
                  <a:lnTo>
                    <a:pt x="3153041" y="352981"/>
                  </a:lnTo>
                  <a:close/>
                </a:path>
              </a:pathLst>
            </a:custGeom>
            <a:solidFill>
              <a:srgbClr val="3434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212437" y="69267"/>
            <a:ext cx="258445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spc="-6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900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</a:t>
            </a:r>
            <a:endParaRPr sz="900">
              <a:latin typeface="Arial"/>
              <a:cs typeface="Arial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212251" y="639723"/>
            <a:ext cx="108712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dirty="0">
                <a:solidFill>
                  <a:srgbClr val="496B56"/>
                </a:solidFill>
                <a:latin typeface="Arial"/>
                <a:cs typeface="Arial"/>
              </a:rPr>
              <a:t>T</a:t>
            </a:r>
            <a:r>
              <a:rPr sz="350" spc="-10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91B1"/>
                </a:solidFill>
                <a:latin typeface="Arial"/>
                <a:cs typeface="Arial"/>
              </a:rPr>
              <a:t>H</a:t>
            </a:r>
            <a:r>
              <a:rPr sz="350" spc="5" dirty="0">
                <a:solidFill>
                  <a:srgbClr val="4991B1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62A8C8"/>
                </a:solidFill>
                <a:latin typeface="Arial"/>
                <a:cs typeface="Arial"/>
              </a:rPr>
              <a:t>E</a:t>
            </a:r>
            <a:r>
              <a:rPr sz="350" spc="215" dirty="0">
                <a:solidFill>
                  <a:srgbClr val="62A8C8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91B1"/>
                </a:solidFill>
                <a:latin typeface="Arial"/>
                <a:cs typeface="Arial"/>
              </a:rPr>
              <a:t>F</a:t>
            </a:r>
            <a:r>
              <a:rPr sz="350" spc="15" dirty="0">
                <a:solidFill>
                  <a:srgbClr val="4991B1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6B6B"/>
                </a:solidFill>
                <a:latin typeface="Arial"/>
                <a:cs typeface="Arial"/>
              </a:rPr>
              <a:t>U</a:t>
            </a:r>
            <a:r>
              <a:rPr sz="350" spc="5" dirty="0">
                <a:solidFill>
                  <a:srgbClr val="496B6B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62A8C8"/>
                </a:solidFill>
                <a:latin typeface="Arial"/>
                <a:cs typeface="Arial"/>
              </a:rPr>
              <a:t>T</a:t>
            </a:r>
            <a:r>
              <a:rPr sz="350" spc="30" dirty="0">
                <a:solidFill>
                  <a:srgbClr val="62A8C8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6B56"/>
                </a:solidFill>
                <a:latin typeface="Arial"/>
                <a:cs typeface="Arial"/>
              </a:rPr>
              <a:t>U</a:t>
            </a:r>
            <a:r>
              <a:rPr sz="350" spc="10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91B3"/>
                </a:solidFill>
                <a:latin typeface="Arial"/>
                <a:cs typeface="Arial"/>
              </a:rPr>
              <a:t>R</a:t>
            </a:r>
            <a:r>
              <a:rPr sz="350" spc="35" dirty="0">
                <a:solidFill>
                  <a:srgbClr val="4991B3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62A8C8"/>
                </a:solidFill>
                <a:latin typeface="Arial"/>
                <a:cs typeface="Arial"/>
              </a:rPr>
              <a:t>E</a:t>
            </a:r>
            <a:r>
              <a:rPr sz="350" spc="215" dirty="0">
                <a:solidFill>
                  <a:srgbClr val="62A8C8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62A8C8"/>
                </a:solidFill>
                <a:latin typeface="Arial"/>
                <a:cs typeface="Arial"/>
              </a:rPr>
              <a:t>I</a:t>
            </a:r>
            <a:r>
              <a:rPr sz="350" spc="45" dirty="0">
                <a:solidFill>
                  <a:srgbClr val="62A8C8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7C9C"/>
                </a:solidFill>
                <a:latin typeface="Arial"/>
                <a:cs typeface="Arial"/>
              </a:rPr>
              <a:t>S</a:t>
            </a:r>
            <a:r>
              <a:rPr sz="350" spc="215" dirty="0">
                <a:solidFill>
                  <a:srgbClr val="497C9C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6B56"/>
                </a:solidFill>
                <a:latin typeface="Arial"/>
                <a:cs typeface="Arial"/>
              </a:rPr>
              <a:t>I</a:t>
            </a:r>
            <a:r>
              <a:rPr sz="350" spc="10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6B56"/>
                </a:solidFill>
                <a:latin typeface="Arial"/>
                <a:cs typeface="Arial"/>
              </a:rPr>
              <a:t>N</a:t>
            </a:r>
            <a:r>
              <a:rPr sz="350" spc="200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7C9C"/>
                </a:solidFill>
                <a:latin typeface="Arial"/>
                <a:cs typeface="Arial"/>
              </a:rPr>
              <a:t>Y </a:t>
            </a:r>
            <a:r>
              <a:rPr sz="350" dirty="0">
                <a:solidFill>
                  <a:srgbClr val="62A8C8"/>
                </a:solidFill>
                <a:latin typeface="Arial"/>
                <a:cs typeface="Arial"/>
              </a:rPr>
              <a:t>D</a:t>
            </a:r>
            <a:r>
              <a:rPr sz="350" spc="5" dirty="0">
                <a:solidFill>
                  <a:srgbClr val="62A8C8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6B85"/>
                </a:solidFill>
                <a:latin typeface="Arial"/>
                <a:cs typeface="Arial"/>
              </a:rPr>
              <a:t>U</a:t>
            </a:r>
            <a:r>
              <a:rPr sz="350" spc="5" dirty="0">
                <a:solidFill>
                  <a:srgbClr val="496B85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91B1"/>
                </a:solidFill>
                <a:latin typeface="Arial"/>
                <a:cs typeface="Arial"/>
              </a:rPr>
              <a:t>R</a:t>
            </a:r>
            <a:r>
              <a:rPr sz="350" spc="240" dirty="0">
                <a:solidFill>
                  <a:srgbClr val="4991B1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91B1"/>
                </a:solidFill>
                <a:latin typeface="Arial"/>
                <a:cs typeface="Arial"/>
              </a:rPr>
              <a:t>H </a:t>
            </a:r>
            <a:r>
              <a:rPr sz="350" dirty="0">
                <a:solidFill>
                  <a:srgbClr val="497C9C"/>
                </a:solidFill>
                <a:latin typeface="Arial"/>
                <a:cs typeface="Arial"/>
              </a:rPr>
              <a:t>A</a:t>
            </a:r>
            <a:r>
              <a:rPr sz="350" spc="5" dirty="0">
                <a:solidFill>
                  <a:srgbClr val="497C9C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6B56"/>
                </a:solidFill>
                <a:latin typeface="Arial"/>
                <a:cs typeface="Arial"/>
              </a:rPr>
              <a:t>N</a:t>
            </a:r>
            <a:r>
              <a:rPr sz="350" spc="5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90B1"/>
                </a:solidFill>
                <a:latin typeface="Arial"/>
                <a:cs typeface="Arial"/>
              </a:rPr>
              <a:t>D</a:t>
            </a:r>
            <a:r>
              <a:rPr sz="350" spc="30" dirty="0">
                <a:solidFill>
                  <a:srgbClr val="4990B1"/>
                </a:solidFill>
                <a:latin typeface="Arial"/>
                <a:cs typeface="Arial"/>
              </a:rPr>
              <a:t> </a:t>
            </a:r>
            <a:r>
              <a:rPr sz="350" spc="-50" dirty="0">
                <a:solidFill>
                  <a:srgbClr val="497C9C"/>
                </a:solidFill>
                <a:latin typeface="Arial"/>
                <a:cs typeface="Arial"/>
              </a:rPr>
              <a:t>S</a:t>
            </a:r>
            <a:endParaRPr sz="350">
              <a:latin typeface="Arial"/>
              <a:cs typeface="Arial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210092" y="763990"/>
            <a:ext cx="1364615" cy="8350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1745"/>
              </a:lnSpc>
              <a:spcBef>
                <a:spcPts val="120"/>
              </a:spcBef>
            </a:pPr>
            <a:r>
              <a:rPr sz="1500" dirty="0">
                <a:solidFill>
                  <a:srgbClr val="313131"/>
                </a:solidFill>
                <a:latin typeface="Arial"/>
                <a:cs typeface="Arial"/>
              </a:rPr>
              <a:t>Upgrade</a:t>
            </a:r>
            <a:r>
              <a:rPr sz="1500" spc="30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1500" spc="-20" dirty="0">
                <a:solidFill>
                  <a:srgbClr val="313131"/>
                </a:solidFill>
                <a:latin typeface="Arial"/>
                <a:cs typeface="Arial"/>
              </a:rPr>
              <a:t>Your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ts val="1745"/>
              </a:lnSpc>
            </a:pPr>
            <a:r>
              <a:rPr sz="1500" spc="45" dirty="0">
                <a:solidFill>
                  <a:srgbClr val="496B56"/>
                </a:solidFill>
                <a:latin typeface="Arial"/>
                <a:cs typeface="Arial"/>
              </a:rPr>
              <a:t>Digital</a:t>
            </a:r>
            <a:r>
              <a:rPr sz="1500" spc="125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496B56"/>
                </a:solidFill>
                <a:latin typeface="Arial"/>
                <a:cs typeface="Arial"/>
              </a:rPr>
              <a:t>Life.</a:t>
            </a:r>
            <a:endParaRPr sz="1500">
              <a:latin typeface="Arial"/>
              <a:cs typeface="Arial"/>
            </a:endParaRPr>
          </a:p>
          <a:p>
            <a:pPr marL="17780" marR="5080" indent="-3810">
              <a:lnSpc>
                <a:spcPct val="118300"/>
              </a:lnSpc>
              <a:spcBef>
                <a:spcPts val="495"/>
              </a:spcBef>
            </a:pPr>
            <a:r>
              <a:rPr sz="550" spc="-30" dirty="0">
                <a:solidFill>
                  <a:srgbClr val="696969"/>
                </a:solidFill>
                <a:latin typeface="Arial"/>
                <a:cs typeface="Arial"/>
              </a:rPr>
              <a:t>Discover</a:t>
            </a:r>
            <a:r>
              <a:rPr sz="550" spc="95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550" spc="-35" dirty="0">
                <a:solidFill>
                  <a:srgbClr val="696969"/>
                </a:solidFill>
                <a:latin typeface="Arial"/>
                <a:cs typeface="Arial"/>
              </a:rPr>
              <a:t>next-generation</a:t>
            </a:r>
            <a:r>
              <a:rPr sz="550" spc="5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550" spc="-30" dirty="0">
                <a:solidFill>
                  <a:srgbClr val="696969"/>
                </a:solidFill>
                <a:latin typeface="Arial"/>
                <a:cs typeface="Arial"/>
              </a:rPr>
              <a:t>laptops,</a:t>
            </a:r>
            <a:r>
              <a:rPr sz="550" spc="50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9C9C9C"/>
                </a:solidFill>
                <a:latin typeface="Arial"/>
                <a:cs typeface="Arial"/>
              </a:rPr>
              <a:t>smartphones,</a:t>
            </a:r>
            <a:r>
              <a:rPr sz="550" spc="500" dirty="0">
                <a:solidFill>
                  <a:srgbClr val="9C9C9C"/>
                </a:solidFill>
                <a:latin typeface="Arial"/>
                <a:cs typeface="Arial"/>
              </a:rPr>
              <a:t> </a:t>
            </a:r>
            <a:r>
              <a:rPr sz="550" spc="-45" dirty="0">
                <a:solidFill>
                  <a:srgbClr val="696969"/>
                </a:solidFill>
                <a:latin typeface="Arial"/>
                <a:cs typeface="Arial"/>
              </a:rPr>
              <a:t>smart</a:t>
            </a:r>
            <a:r>
              <a:rPr sz="550" spc="25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550" spc="-30" dirty="0">
                <a:solidFill>
                  <a:srgbClr val="696969"/>
                </a:solidFill>
                <a:latin typeface="Arial"/>
                <a:cs typeface="Arial"/>
              </a:rPr>
              <a:t>accessories</a:t>
            </a:r>
            <a:r>
              <a:rPr sz="550" spc="70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550" spc="-40" dirty="0">
                <a:solidFill>
                  <a:srgbClr val="647277"/>
                </a:solidFill>
                <a:latin typeface="Arial"/>
                <a:cs typeface="Arial"/>
              </a:rPr>
              <a:t>and</a:t>
            </a:r>
            <a:r>
              <a:rPr sz="550" spc="10" dirty="0">
                <a:solidFill>
                  <a:srgbClr val="647277"/>
                </a:solidFill>
                <a:latin typeface="Arial"/>
                <a:cs typeface="Arial"/>
              </a:rPr>
              <a:t> </a:t>
            </a:r>
            <a:r>
              <a:rPr sz="550" spc="-35" dirty="0">
                <a:solidFill>
                  <a:srgbClr val="696969"/>
                </a:solidFill>
                <a:latin typeface="Arial"/>
                <a:cs typeface="Arial"/>
              </a:rPr>
              <a:t>connected</a:t>
            </a:r>
            <a:r>
              <a:rPr sz="550" spc="50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696969"/>
                </a:solidFill>
                <a:latin typeface="Arial"/>
                <a:cs typeface="Arial"/>
              </a:rPr>
              <a:t>devices.</a:t>
            </a:r>
            <a:endParaRPr sz="55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150"/>
              </a:spcBef>
            </a:pPr>
            <a:r>
              <a:rPr sz="550" spc="-35" dirty="0">
                <a:solidFill>
                  <a:srgbClr val="696969"/>
                </a:solidFill>
                <a:latin typeface="Arial"/>
                <a:cs typeface="Arial"/>
              </a:rPr>
              <a:t>Premium</a:t>
            </a:r>
            <a:r>
              <a:rPr sz="550" spc="5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550" spc="-30" dirty="0">
                <a:solidFill>
                  <a:srgbClr val="A58267"/>
                </a:solidFill>
                <a:latin typeface="Arial"/>
                <a:cs typeface="Arial"/>
              </a:rPr>
              <a:t>technology</a:t>
            </a:r>
            <a:r>
              <a:rPr sz="550" spc="130" dirty="0">
                <a:solidFill>
                  <a:srgbClr val="A58267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647277"/>
                </a:solidFill>
                <a:latin typeface="Arial"/>
                <a:cs typeface="Arial"/>
              </a:rPr>
              <a:t>all</a:t>
            </a:r>
            <a:r>
              <a:rPr sz="550" dirty="0">
                <a:solidFill>
                  <a:srgbClr val="647277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8A7267"/>
                </a:solidFill>
                <a:latin typeface="Arial"/>
                <a:cs typeface="Arial"/>
              </a:rPr>
              <a:t>in</a:t>
            </a:r>
            <a:r>
              <a:rPr sz="550" spc="10" dirty="0">
                <a:solidFill>
                  <a:srgbClr val="8A7267"/>
                </a:solidFill>
                <a:latin typeface="Arial"/>
                <a:cs typeface="Arial"/>
              </a:rPr>
              <a:t> </a:t>
            </a:r>
            <a:r>
              <a:rPr sz="550" spc="-45" dirty="0">
                <a:solidFill>
                  <a:srgbClr val="BC9767"/>
                </a:solidFill>
                <a:latin typeface="Arial"/>
                <a:cs typeface="Arial"/>
              </a:rPr>
              <a:t>one</a:t>
            </a:r>
            <a:r>
              <a:rPr sz="550" spc="-10" dirty="0">
                <a:solidFill>
                  <a:srgbClr val="BC9767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DFDFDF"/>
                </a:solidFill>
                <a:latin typeface="Arial"/>
                <a:cs typeface="Arial"/>
              </a:rPr>
              <a:t>place.</a:t>
            </a:r>
            <a:endParaRPr sz="55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17891" y="828911"/>
            <a:ext cx="571116" cy="761488"/>
          </a:xfrm>
          <a:prstGeom prst="rect">
            <a:avLst/>
          </a:prstGeom>
        </p:spPr>
      </p:pic>
      <p:sp>
        <p:nvSpPr>
          <p:cNvPr id="62" name="object 62"/>
          <p:cNvSpPr txBox="1"/>
          <p:nvPr/>
        </p:nvSpPr>
        <p:spPr>
          <a:xfrm>
            <a:off x="222100" y="1701453"/>
            <a:ext cx="781685" cy="198755"/>
          </a:xfrm>
          <a:prstGeom prst="rect">
            <a:avLst/>
          </a:prstGeom>
          <a:solidFill>
            <a:srgbClr val="496B56"/>
          </a:solidFill>
        </p:spPr>
        <p:txBody>
          <a:bodyPr vert="horz" wrap="square" lIns="0" tIns="48895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385"/>
              </a:spcBef>
            </a:pPr>
            <a:r>
              <a:rPr sz="550" spc="-10" dirty="0">
                <a:solidFill>
                  <a:srgbClr val="FFFFFF"/>
                </a:solidFill>
                <a:latin typeface="Arial"/>
                <a:cs typeface="Arial"/>
              </a:rPr>
              <a:t>Explore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FFFFFF"/>
                </a:solidFill>
                <a:latin typeface="Arial"/>
                <a:cs typeface="Arial"/>
              </a:rPr>
              <a:t>Collection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0" y="2193246"/>
            <a:ext cx="3157220" cy="456565"/>
            <a:chOff x="0" y="2193246"/>
            <a:chExt cx="3157220" cy="456565"/>
          </a:xfrm>
        </p:grpSpPr>
        <p:pic>
          <p:nvPicPr>
            <p:cNvPr id="64" name="object 6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63788" y="2466909"/>
              <a:ext cx="690099" cy="5552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43656" y="2466909"/>
              <a:ext cx="690099" cy="5552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9727" y="2466909"/>
              <a:ext cx="690099" cy="55525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2193246"/>
              <a:ext cx="3157005" cy="456100"/>
            </a:xfrm>
            <a:prstGeom prst="rect">
              <a:avLst/>
            </a:prstGeom>
          </p:spPr>
        </p:pic>
      </p:grpSp>
      <p:sp>
        <p:nvSpPr>
          <p:cNvPr id="124" name="object 124"/>
          <p:cNvSpPr txBox="1"/>
          <p:nvPr/>
        </p:nvSpPr>
        <p:spPr>
          <a:xfrm>
            <a:off x="211886" y="2788981"/>
            <a:ext cx="1051560" cy="35115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900" spc="10" dirty="0">
                <a:solidFill>
                  <a:srgbClr val="313131"/>
                </a:solidFill>
                <a:latin typeface="Arial"/>
                <a:cs typeface="Arial"/>
              </a:rPr>
              <a:t>Explore</a:t>
            </a:r>
            <a:r>
              <a:rPr sz="900" spc="27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900" spc="45" dirty="0">
                <a:solidFill>
                  <a:srgbClr val="313131"/>
                </a:solidFill>
                <a:latin typeface="Arial"/>
                <a:cs typeface="Arial"/>
              </a:rPr>
              <a:t>Products</a:t>
            </a:r>
            <a:endParaRPr sz="9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309"/>
              </a:spcBef>
            </a:pPr>
            <a:r>
              <a:rPr sz="450" spc="-10" dirty="0">
                <a:solidFill>
                  <a:srgbClr val="9A8085"/>
                </a:solidFill>
                <a:latin typeface="Arial"/>
                <a:cs typeface="Arial"/>
              </a:rPr>
              <a:t>Find </a:t>
            </a:r>
            <a:r>
              <a:rPr sz="450" spc="-10" dirty="0">
                <a:solidFill>
                  <a:srgbClr val="797979"/>
                </a:solidFill>
                <a:latin typeface="Arial"/>
                <a:cs typeface="Arial"/>
              </a:rPr>
              <a:t>the</a:t>
            </a:r>
            <a:r>
              <a:rPr sz="450" spc="-1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59CBF"/>
                </a:solidFill>
                <a:latin typeface="Arial"/>
                <a:cs typeface="Arial"/>
              </a:rPr>
              <a:t>right</a:t>
            </a:r>
            <a:r>
              <a:rPr sz="450" spc="20" dirty="0">
                <a:solidFill>
                  <a:srgbClr val="759CBF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97979"/>
                </a:solidFill>
                <a:latin typeface="Arial"/>
                <a:cs typeface="Arial"/>
              </a:rPr>
              <a:t>technology</a:t>
            </a:r>
            <a:r>
              <a:rPr sz="450" spc="2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85AED4"/>
                </a:solidFill>
                <a:latin typeface="Arial"/>
                <a:cs typeface="Arial"/>
              </a:rPr>
              <a:t>for</a:t>
            </a:r>
            <a:r>
              <a:rPr sz="450" spc="-5" dirty="0">
                <a:solidFill>
                  <a:srgbClr val="85AED4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797979"/>
                </a:solidFill>
                <a:latin typeface="Arial"/>
                <a:cs typeface="Arial"/>
              </a:rPr>
              <a:t>your</a:t>
            </a:r>
            <a:r>
              <a:rPr sz="450" spc="-10" dirty="0">
                <a:solidFill>
                  <a:srgbClr val="797979"/>
                </a:solidFill>
                <a:latin typeface="Arial"/>
                <a:cs typeface="Arial"/>
              </a:rPr>
              <a:t> lifestyle.</a:t>
            </a:r>
            <a:endParaRPr sz="450">
              <a:latin typeface="Arial"/>
              <a:cs typeface="Arial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2681387" y="2938728"/>
            <a:ext cx="319405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dirty="0">
                <a:solidFill>
                  <a:srgbClr val="2679AF"/>
                </a:solidFill>
                <a:latin typeface="Arial"/>
                <a:cs typeface="Arial"/>
              </a:rPr>
              <a:t>9</a:t>
            </a:r>
            <a:r>
              <a:rPr sz="550" spc="-35" dirty="0">
                <a:solidFill>
                  <a:srgbClr val="2679AF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6EB8E6"/>
                </a:solidFill>
                <a:latin typeface="Arial"/>
                <a:cs typeface="Arial"/>
              </a:rPr>
              <a:t>products</a:t>
            </a:r>
            <a:endParaRPr sz="550">
              <a:latin typeface="Arial"/>
              <a:cs typeface="Arial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273870" y="3279814"/>
            <a:ext cx="59436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dirty="0">
                <a:solidFill>
                  <a:srgbClr val="905B93"/>
                </a:solidFill>
                <a:latin typeface="Arial"/>
                <a:cs typeface="Arial"/>
              </a:rPr>
              <a:t>Q,</a:t>
            </a:r>
            <a:r>
              <a:rPr sz="550" spc="25" dirty="0">
                <a:solidFill>
                  <a:srgbClr val="905B93"/>
                </a:solidFill>
                <a:latin typeface="Arial"/>
                <a:cs typeface="Arial"/>
              </a:rPr>
              <a:t> </a:t>
            </a:r>
            <a:r>
              <a:rPr sz="550" spc="-35" dirty="0">
                <a:solidFill>
                  <a:srgbClr val="757575"/>
                </a:solidFill>
                <a:latin typeface="Arial"/>
                <a:cs typeface="Arial"/>
              </a:rPr>
              <a:t>Search</a:t>
            </a:r>
            <a:r>
              <a:rPr sz="550" spc="-10" dirty="0">
                <a:solidFill>
                  <a:srgbClr val="757575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757575"/>
                </a:solidFill>
                <a:latin typeface="Arial"/>
                <a:cs typeface="Arial"/>
              </a:rPr>
              <a:t>products.</a:t>
            </a:r>
            <a:endParaRPr sz="550">
              <a:latin typeface="Arial"/>
              <a:cs typeface="Arial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2348000" y="3279814"/>
            <a:ext cx="42545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-30" dirty="0">
                <a:solidFill>
                  <a:srgbClr val="4FA1DB"/>
                </a:solidFill>
                <a:latin typeface="Arial"/>
                <a:cs typeface="Arial"/>
              </a:rPr>
              <a:t>Sort.</a:t>
            </a:r>
            <a:r>
              <a:rPr sz="550" spc="20" dirty="0">
                <a:solidFill>
                  <a:srgbClr val="4FA1DB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2D2D2D"/>
                </a:solidFill>
                <a:latin typeface="Arial"/>
                <a:cs typeface="Arial"/>
              </a:rPr>
              <a:t>Featured</a:t>
            </a:r>
            <a:endParaRPr sz="550">
              <a:latin typeface="Arial"/>
              <a:cs typeface="Arial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2918546" y="3279814"/>
            <a:ext cx="47625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-50" dirty="0">
                <a:solidFill>
                  <a:srgbClr val="2D2D2D"/>
                </a:solidFill>
                <a:latin typeface="Arial"/>
                <a:cs typeface="Arial"/>
              </a:rPr>
              <a:t>•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222100" y="3541714"/>
            <a:ext cx="432434" cy="147320"/>
            <a:chOff x="222100" y="3541714"/>
            <a:chExt cx="432434" cy="147320"/>
          </a:xfrm>
        </p:grpSpPr>
        <p:pic>
          <p:nvPicPr>
            <p:cNvPr id="69" name="object 6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2100" y="3541714"/>
              <a:ext cx="432303" cy="146745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2100" y="3541714"/>
              <a:ext cx="432303" cy="146745"/>
            </a:xfrm>
            <a:prstGeom prst="rect">
              <a:avLst/>
            </a:prstGeom>
          </p:spPr>
        </p:pic>
      </p:grpSp>
      <p:sp>
        <p:nvSpPr>
          <p:cNvPr id="127" name="object 127"/>
          <p:cNvSpPr txBox="1"/>
          <p:nvPr/>
        </p:nvSpPr>
        <p:spPr>
          <a:xfrm>
            <a:off x="748881" y="3565373"/>
            <a:ext cx="210185" cy="88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10" dirty="0">
                <a:solidFill>
                  <a:srgbClr val="525252"/>
                </a:solidFill>
                <a:latin typeface="Arial"/>
                <a:cs typeface="Arial"/>
              </a:rPr>
              <a:t>Laptops</a:t>
            </a:r>
            <a:endParaRPr sz="400">
              <a:latin typeface="Arial"/>
              <a:cs typeface="Arial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1119344" y="3568017"/>
            <a:ext cx="33337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525252"/>
                </a:solidFill>
                <a:latin typeface="Arial"/>
                <a:cs typeface="Arial"/>
              </a:rPr>
              <a:t>Smartphones</a:t>
            </a:r>
            <a:endParaRPr sz="400">
              <a:latin typeface="Arial"/>
              <a:cs typeface="Arial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1617436" y="3568017"/>
            <a:ext cx="30480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525252"/>
                </a:solidFill>
                <a:latin typeface="Arial"/>
                <a:cs typeface="Arial"/>
              </a:rPr>
              <a:t>Accessories</a:t>
            </a:r>
            <a:endParaRPr sz="400">
              <a:latin typeface="Arial"/>
              <a:cs typeface="Arial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2082985" y="3565373"/>
            <a:ext cx="367030" cy="88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dirty="0">
                <a:solidFill>
                  <a:srgbClr val="66AADB"/>
                </a:solidFill>
                <a:latin typeface="Arial"/>
                <a:cs typeface="Arial"/>
              </a:rPr>
              <a:t>Smart</a:t>
            </a:r>
            <a:r>
              <a:rPr sz="400" spc="25" dirty="0">
                <a:solidFill>
                  <a:srgbClr val="66AADB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525252"/>
                </a:solidFill>
                <a:latin typeface="Arial"/>
                <a:cs typeface="Arial"/>
              </a:rPr>
              <a:t>Devices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281592" y="3839173"/>
            <a:ext cx="289560" cy="123189"/>
            <a:chOff x="281592" y="3839173"/>
            <a:chExt cx="289560" cy="123189"/>
          </a:xfrm>
        </p:grpSpPr>
        <p:pic>
          <p:nvPicPr>
            <p:cNvPr id="72" name="object 7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2" y="3839173"/>
              <a:ext cx="289524" cy="122948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2" y="3839173"/>
              <a:ext cx="289524" cy="122948"/>
            </a:xfrm>
            <a:prstGeom prst="rect">
              <a:avLst/>
            </a:prstGeom>
          </p:spPr>
        </p:pic>
      </p:grpSp>
      <p:grpSp>
        <p:nvGrpSpPr>
          <p:cNvPr id="89" name="object 89"/>
          <p:cNvGrpSpPr/>
          <p:nvPr/>
        </p:nvGrpSpPr>
        <p:grpSpPr>
          <a:xfrm>
            <a:off x="1709383" y="3839173"/>
            <a:ext cx="289560" cy="123189"/>
            <a:chOff x="1709383" y="3839173"/>
            <a:chExt cx="289560" cy="123189"/>
          </a:xfrm>
        </p:grpSpPr>
        <p:pic>
          <p:nvPicPr>
            <p:cNvPr id="90" name="object 9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09383" y="3839173"/>
              <a:ext cx="289524" cy="122948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09383" y="3839173"/>
              <a:ext cx="289524" cy="122948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29760" y="3985919"/>
            <a:ext cx="321253" cy="32521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153585" y="3981952"/>
            <a:ext cx="333151" cy="329185"/>
          </a:xfrm>
          <a:prstGeom prst="rect">
            <a:avLst/>
          </a:prstGeom>
        </p:spPr>
      </p:pic>
      <p:sp>
        <p:nvSpPr>
          <p:cNvPr id="126" name="object 126"/>
          <p:cNvSpPr txBox="1"/>
          <p:nvPr/>
        </p:nvSpPr>
        <p:spPr>
          <a:xfrm>
            <a:off x="297522" y="4615063"/>
            <a:ext cx="228600" cy="76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0" dirty="0">
                <a:solidFill>
                  <a:srgbClr val="666B56"/>
                </a:solidFill>
                <a:latin typeface="Arial"/>
                <a:cs typeface="Arial"/>
              </a:rPr>
              <a:t>L</a:t>
            </a:r>
            <a:r>
              <a:rPr sz="300" spc="-20" dirty="0">
                <a:solidFill>
                  <a:srgbClr val="666B56"/>
                </a:solidFill>
                <a:latin typeface="Arial"/>
                <a:cs typeface="Arial"/>
              </a:rPr>
              <a:t> </a:t>
            </a:r>
            <a:r>
              <a:rPr sz="300" i="1" dirty="0">
                <a:solidFill>
                  <a:srgbClr val="4997C1"/>
                </a:solidFill>
                <a:latin typeface="Arial"/>
                <a:cs typeface="Arial"/>
              </a:rPr>
              <a:t>A</a:t>
            </a:r>
            <a:r>
              <a:rPr sz="300" i="1" spc="15" dirty="0">
                <a:solidFill>
                  <a:srgbClr val="4997C1"/>
                </a:solidFill>
                <a:latin typeface="Arial"/>
                <a:cs typeface="Arial"/>
              </a:rPr>
              <a:t> </a:t>
            </a:r>
            <a:r>
              <a:rPr sz="300" spc="-20" dirty="0">
                <a:solidFill>
                  <a:srgbClr val="496B8E"/>
                </a:solidFill>
                <a:latin typeface="Arial"/>
                <a:cs typeface="Arial"/>
              </a:rPr>
              <a:t>P</a:t>
            </a:r>
            <a:r>
              <a:rPr sz="300" spc="-5" dirty="0">
                <a:solidFill>
                  <a:srgbClr val="496B8E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666B56"/>
                </a:solidFill>
                <a:latin typeface="Arial"/>
                <a:cs typeface="Arial"/>
              </a:rPr>
              <a:t>7</a:t>
            </a:r>
            <a:r>
              <a:rPr sz="300" spc="25" dirty="0">
                <a:solidFill>
                  <a:srgbClr val="666B56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496B56"/>
                </a:solidFill>
                <a:latin typeface="Arial"/>
                <a:cs typeface="Arial"/>
              </a:rPr>
              <a:t>O</a:t>
            </a:r>
            <a:r>
              <a:rPr sz="300" spc="-20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00" spc="-60" dirty="0">
                <a:solidFill>
                  <a:srgbClr val="497EA8"/>
                </a:solidFill>
                <a:latin typeface="Arial"/>
                <a:cs typeface="Arial"/>
              </a:rPr>
              <a:t>P</a:t>
            </a:r>
            <a:endParaRPr sz="300">
              <a:latin typeface="Arial"/>
              <a:cs typeface="Arial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1725120" y="4612419"/>
            <a:ext cx="228600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dirty="0">
                <a:solidFill>
                  <a:srgbClr val="496B56"/>
                </a:solidFill>
                <a:latin typeface="Arial"/>
                <a:cs typeface="Arial"/>
              </a:rPr>
              <a:t>LA</a:t>
            </a:r>
            <a:r>
              <a:rPr sz="350" spc="-20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7EA8"/>
                </a:solidFill>
                <a:latin typeface="Arial"/>
                <a:cs typeface="Arial"/>
              </a:rPr>
              <a:t>PT</a:t>
            </a:r>
            <a:r>
              <a:rPr sz="350" spc="-15" dirty="0">
                <a:solidFill>
                  <a:srgbClr val="497EA8"/>
                </a:solidFill>
                <a:latin typeface="Arial"/>
                <a:cs typeface="Arial"/>
              </a:rPr>
              <a:t> </a:t>
            </a:r>
            <a:r>
              <a:rPr sz="350" spc="-40" dirty="0">
                <a:solidFill>
                  <a:srgbClr val="A77E56"/>
                </a:solidFill>
                <a:latin typeface="Arial"/>
                <a:cs typeface="Arial"/>
              </a:rPr>
              <a:t>O</a:t>
            </a:r>
            <a:r>
              <a:rPr sz="350" spc="-35" dirty="0">
                <a:solidFill>
                  <a:srgbClr val="A77E56"/>
                </a:solidFill>
                <a:latin typeface="Arial"/>
                <a:cs typeface="Arial"/>
              </a:rPr>
              <a:t> </a:t>
            </a:r>
            <a:r>
              <a:rPr sz="350" spc="-50" dirty="0">
                <a:solidFill>
                  <a:srgbClr val="66AFDB"/>
                </a:solidFill>
                <a:latin typeface="Arial"/>
                <a:cs typeface="Arial"/>
              </a:rPr>
              <a:t>P</a:t>
            </a:r>
            <a:endParaRPr sz="350">
              <a:latin typeface="Arial"/>
              <a:cs typeface="Arial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294578" y="4712891"/>
            <a:ext cx="972819" cy="2305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Nexora</a:t>
            </a:r>
            <a:r>
              <a:rPr sz="600" spc="8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ProBook</a:t>
            </a:r>
            <a:r>
              <a:rPr sz="600" spc="9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313131"/>
                </a:solidFill>
                <a:latin typeface="Arial"/>
                <a:cs typeface="Arial"/>
              </a:rPr>
              <a:t>14</a:t>
            </a:r>
            <a:endParaRPr sz="6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385"/>
              </a:spcBef>
            </a:pPr>
            <a:r>
              <a:rPr sz="400" spc="-10" dirty="0">
                <a:solidFill>
                  <a:srgbClr val="797979"/>
                </a:solidFill>
                <a:latin typeface="Arial"/>
                <a:cs typeface="Arial"/>
              </a:rPr>
              <a:t>Powerful</a:t>
            </a:r>
            <a:r>
              <a:rPr sz="400" spc="1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97979"/>
                </a:solidFill>
                <a:latin typeface="Arial"/>
                <a:cs typeface="Arial"/>
              </a:rPr>
              <a:t>performance</a:t>
            </a:r>
            <a:r>
              <a:rPr sz="400" spc="3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5809C"/>
                </a:solidFill>
                <a:latin typeface="Arial"/>
                <a:cs typeface="Arial"/>
              </a:rPr>
              <a:t>for</a:t>
            </a:r>
            <a:r>
              <a:rPr sz="400" spc="20" dirty="0">
                <a:solidFill>
                  <a:srgbClr val="75809C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work</a:t>
            </a:r>
            <a:r>
              <a:rPr sz="400" spc="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and</a:t>
            </a:r>
            <a:r>
              <a:rPr sz="400" spc="1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B89077"/>
                </a:solidFill>
                <a:latin typeface="Arial"/>
                <a:cs typeface="Arial"/>
              </a:rPr>
              <a:t>study.</a:t>
            </a:r>
            <a:endParaRPr sz="400">
              <a:latin typeface="Arial"/>
              <a:cs typeface="Arial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1723183" y="4712891"/>
            <a:ext cx="951230" cy="2305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hlexora</a:t>
            </a:r>
            <a:r>
              <a:rPr sz="600" spc="6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UltraBook</a:t>
            </a:r>
            <a:r>
              <a:rPr sz="600" spc="9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spc="-50" dirty="0">
                <a:solidFill>
                  <a:srgbClr val="313131"/>
                </a:solidFill>
                <a:latin typeface="Arial"/>
                <a:cs typeface="Arial"/>
              </a:rPr>
              <a:t>X</a:t>
            </a:r>
            <a:endParaRPr sz="6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385"/>
              </a:spcBef>
            </a:pPr>
            <a:r>
              <a:rPr sz="400" dirty="0">
                <a:solidFill>
                  <a:srgbClr val="87B3E1"/>
                </a:solidFill>
                <a:latin typeface="Arial"/>
                <a:cs typeface="Arial"/>
              </a:rPr>
              <a:t>Premium</a:t>
            </a:r>
            <a:r>
              <a:rPr sz="400" spc="-5" dirty="0">
                <a:solidFill>
                  <a:srgbClr val="87B3E1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productivity</a:t>
            </a:r>
            <a:r>
              <a:rPr sz="400" spc="4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5A0C8"/>
                </a:solidFill>
                <a:latin typeface="Arial"/>
                <a:cs typeface="Arial"/>
              </a:rPr>
              <a:t>v/ith</a:t>
            </a:r>
            <a:r>
              <a:rPr sz="400" spc="-5" dirty="0">
                <a:solidFill>
                  <a:srgbClr val="75A0C8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87B3E1"/>
                </a:solidFill>
                <a:latin typeface="Arial"/>
                <a:cs typeface="Arial"/>
              </a:rPr>
              <a:t>a</a:t>
            </a:r>
            <a:r>
              <a:rPr sz="400" spc="-5" dirty="0">
                <a:solidFill>
                  <a:srgbClr val="87B3E1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sleek</a:t>
            </a:r>
            <a:r>
              <a:rPr sz="400" spc="1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97979"/>
                </a:solidFill>
                <a:latin typeface="Arial"/>
                <a:cs typeface="Arial"/>
              </a:rPr>
              <a:t>design</a:t>
            </a:r>
            <a:endParaRPr sz="400">
              <a:latin typeface="Arial"/>
              <a:cs typeface="Arial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279203" y="4996994"/>
            <a:ext cx="366395" cy="33147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550" dirty="0">
                <a:solidFill>
                  <a:srgbClr val="A37C34"/>
                </a:solidFill>
                <a:latin typeface="Arial"/>
                <a:cs typeface="Arial"/>
              </a:rPr>
              <a:t>*</a:t>
            </a:r>
            <a:r>
              <a:rPr sz="550" spc="225" dirty="0">
                <a:solidFill>
                  <a:srgbClr val="A37C34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AAAAAA"/>
                </a:solidFill>
                <a:latin typeface="Arial"/>
                <a:cs typeface="Arial"/>
              </a:rPr>
              <a:t>4815</a:t>
            </a:r>
            <a:endParaRPr sz="550">
              <a:latin typeface="Arial"/>
              <a:cs typeface="Arial"/>
            </a:endParaRPr>
          </a:p>
          <a:p>
            <a:pPr marL="34925">
              <a:lnSpc>
                <a:spcPct val="100000"/>
              </a:lnSpc>
              <a:spcBef>
                <a:spcPts val="535"/>
              </a:spcBef>
            </a:pPr>
            <a:r>
              <a:rPr sz="700" spc="-10" dirty="0">
                <a:solidFill>
                  <a:srgbClr val="313131"/>
                </a:solidFill>
                <a:latin typeface="Arial"/>
                <a:cs typeface="Arial"/>
              </a:rPr>
              <a:t>€64,999</a:t>
            </a:r>
            <a:endParaRPr sz="700">
              <a:latin typeface="Arial"/>
              <a:cs typeface="Arial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1725520" y="5060588"/>
            <a:ext cx="220345" cy="88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dirty="0">
                <a:solidFill>
                  <a:srgbClr val="A37C34"/>
                </a:solidFill>
                <a:latin typeface="Arial"/>
                <a:cs typeface="Arial"/>
              </a:rPr>
              <a:t>&gt;</a:t>
            </a:r>
            <a:r>
              <a:rPr sz="400" spc="55" dirty="0">
                <a:solidFill>
                  <a:srgbClr val="A37C34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AAAAAA"/>
                </a:solidFill>
                <a:latin typeface="Arial"/>
                <a:cs typeface="Arial"/>
              </a:rPr>
              <a:t>4.7</a:t>
            </a:r>
            <a:r>
              <a:rPr sz="400" spc="10" dirty="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AAAAAA"/>
                </a:solidFill>
                <a:latin typeface="Arial"/>
                <a:cs typeface="Arial"/>
              </a:rPr>
              <a:t>/</a:t>
            </a:r>
            <a:r>
              <a:rPr sz="400" spc="-20" dirty="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sz="400" spc="-50" dirty="0">
                <a:solidFill>
                  <a:srgbClr val="E4B859"/>
                </a:solidFill>
                <a:latin typeface="Arial"/>
                <a:cs typeface="Arial"/>
              </a:rPr>
              <a:t>5</a:t>
            </a:r>
            <a:endParaRPr sz="4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98031" y="5259030"/>
            <a:ext cx="182440" cy="39660"/>
          </a:xfrm>
          <a:prstGeom prst="rect">
            <a:avLst/>
          </a:prstGeom>
        </p:spPr>
      </p:pic>
      <p:sp>
        <p:nvSpPr>
          <p:cNvPr id="162" name="object 162"/>
          <p:cNvSpPr txBox="1"/>
          <p:nvPr/>
        </p:nvSpPr>
        <p:spPr>
          <a:xfrm>
            <a:off x="1723632" y="5191468"/>
            <a:ext cx="346075" cy="136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00" spc="-70" dirty="0">
                <a:solidFill>
                  <a:srgbClr val="313131"/>
                </a:solidFill>
                <a:latin typeface="Arial Black"/>
                <a:cs typeface="Arial Black"/>
              </a:rPr>
              <a:t>€82,999</a:t>
            </a:r>
            <a:endParaRPr sz="700">
              <a:latin typeface="Arial Black"/>
              <a:cs typeface="Arial Black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121856" y="5259030"/>
            <a:ext cx="186406" cy="39660"/>
          </a:xfrm>
          <a:prstGeom prst="rect">
            <a:avLst/>
          </a:prstGeom>
        </p:spPr>
      </p:pic>
      <p:graphicFrame>
        <p:nvGraphicFramePr>
          <p:cNvPr id="50" name="object 50"/>
          <p:cNvGraphicFramePr>
            <a:graphicFrameLocks noGrp="1"/>
          </p:cNvGraphicFramePr>
          <p:nvPr/>
        </p:nvGraphicFramePr>
        <p:xfrm>
          <a:off x="299518" y="5414978"/>
          <a:ext cx="555624" cy="142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486754"/>
                      </a:solidFill>
                      <a:prstDash val="solid"/>
                    </a:lnL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  <a:solidFill>
                      <a:srgbClr val="496B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486754"/>
                      </a:solidFill>
                      <a:prstDash val="solid"/>
                    </a:lnR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7" name="object 137"/>
          <p:cNvSpPr txBox="1"/>
          <p:nvPr/>
        </p:nvSpPr>
        <p:spPr>
          <a:xfrm>
            <a:off x="1101860" y="5432074"/>
            <a:ext cx="19177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496B8E"/>
                </a:solidFill>
                <a:latin typeface="Arial"/>
                <a:cs typeface="Arial"/>
              </a:rPr>
              <a:t>Details</a:t>
            </a:r>
            <a:endParaRPr sz="4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729214" y="5414978"/>
            <a:ext cx="0" cy="147320"/>
          </a:xfrm>
          <a:custGeom>
            <a:avLst/>
            <a:gdLst/>
            <a:ahLst/>
            <a:cxnLst/>
            <a:rect l="l" t="t" r="r" b="b"/>
            <a:pathLst>
              <a:path h="147320">
                <a:moveTo>
                  <a:pt x="0" y="147221"/>
                </a:moveTo>
                <a:lnTo>
                  <a:pt x="0" y="0"/>
                </a:lnTo>
              </a:path>
            </a:pathLst>
          </a:custGeom>
          <a:ln w="3807">
            <a:solidFill>
              <a:srgbClr val="4867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2" name="object 52"/>
          <p:cNvGrpSpPr/>
          <p:nvPr/>
        </p:nvGrpSpPr>
        <p:grpSpPr>
          <a:xfrm>
            <a:off x="1727310" y="5414978"/>
            <a:ext cx="560070" cy="147320"/>
            <a:chOff x="1727310" y="5414978"/>
            <a:chExt cx="560070" cy="147320"/>
          </a:xfrm>
        </p:grpSpPr>
        <p:sp>
          <p:nvSpPr>
            <p:cNvPr id="53" name="object 53"/>
            <p:cNvSpPr/>
            <p:nvPr/>
          </p:nvSpPr>
          <p:spPr>
            <a:xfrm>
              <a:off x="2285101" y="5414978"/>
              <a:ext cx="0" cy="147320"/>
            </a:xfrm>
            <a:custGeom>
              <a:avLst/>
              <a:gdLst/>
              <a:ahLst/>
              <a:cxnLst/>
              <a:rect l="l" t="t" r="r" b="b"/>
              <a:pathLst>
                <a:path h="147320">
                  <a:moveTo>
                    <a:pt x="0" y="147221"/>
                  </a:moveTo>
                  <a:lnTo>
                    <a:pt x="0" y="0"/>
                  </a:lnTo>
                </a:path>
              </a:pathLst>
            </a:custGeom>
            <a:ln w="3807">
              <a:solidFill>
                <a:srgbClr val="486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727310" y="5416881"/>
              <a:ext cx="560070" cy="0"/>
            </a:xfrm>
            <a:custGeom>
              <a:avLst/>
              <a:gdLst/>
              <a:ahLst/>
              <a:cxnLst/>
              <a:rect l="l" t="t" r="r" b="b"/>
              <a:pathLst>
                <a:path w="560069">
                  <a:moveTo>
                    <a:pt x="0" y="0"/>
                  </a:moveTo>
                  <a:lnTo>
                    <a:pt x="559694" y="0"/>
                  </a:lnTo>
                </a:path>
              </a:pathLst>
            </a:custGeom>
            <a:ln w="3807">
              <a:solidFill>
                <a:srgbClr val="486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727310" y="5560297"/>
              <a:ext cx="560070" cy="0"/>
            </a:xfrm>
            <a:custGeom>
              <a:avLst/>
              <a:gdLst/>
              <a:ahLst/>
              <a:cxnLst/>
              <a:rect l="l" t="t" r="r" b="b"/>
              <a:pathLst>
                <a:path w="560069">
                  <a:moveTo>
                    <a:pt x="0" y="0"/>
                  </a:moveTo>
                  <a:lnTo>
                    <a:pt x="559694" y="0"/>
                  </a:lnTo>
                </a:path>
              </a:pathLst>
            </a:custGeom>
            <a:ln w="3807">
              <a:solidFill>
                <a:srgbClr val="486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2" name="object 92"/>
          <p:cNvGrpSpPr/>
          <p:nvPr/>
        </p:nvGrpSpPr>
        <p:grpSpPr>
          <a:xfrm>
            <a:off x="1871993" y="5401814"/>
            <a:ext cx="297815" cy="154940"/>
            <a:chOff x="1871993" y="5401814"/>
            <a:chExt cx="297815" cy="154940"/>
          </a:xfrm>
        </p:grpSpPr>
        <p:pic>
          <p:nvPicPr>
            <p:cNvPr id="93" name="object 9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879925" y="5453369"/>
              <a:ext cx="281592" cy="51559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871993" y="5401814"/>
              <a:ext cx="297456" cy="154677"/>
            </a:xfrm>
            <a:prstGeom prst="rect">
              <a:avLst/>
            </a:prstGeom>
          </p:spPr>
        </p:pic>
      </p:grpSp>
      <p:sp>
        <p:nvSpPr>
          <p:cNvPr id="165" name="object 165"/>
          <p:cNvSpPr txBox="1"/>
          <p:nvPr/>
        </p:nvSpPr>
        <p:spPr>
          <a:xfrm>
            <a:off x="2525686" y="5432074"/>
            <a:ext cx="19177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496B70"/>
                </a:solidFill>
                <a:latin typeface="Arial"/>
                <a:cs typeface="Arial"/>
              </a:rPr>
              <a:t>Details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281592" y="5778591"/>
            <a:ext cx="289560" cy="123189"/>
            <a:chOff x="281592" y="5778591"/>
            <a:chExt cx="289560" cy="123189"/>
          </a:xfrm>
        </p:grpSpPr>
        <p:pic>
          <p:nvPicPr>
            <p:cNvPr id="75" name="object 7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81592" y="5778591"/>
              <a:ext cx="289524" cy="122948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81592" y="5778591"/>
              <a:ext cx="289524" cy="122948"/>
            </a:xfrm>
            <a:prstGeom prst="rect">
              <a:avLst/>
            </a:prstGeom>
          </p:spPr>
        </p:pic>
      </p:grpSp>
      <p:grpSp>
        <p:nvGrpSpPr>
          <p:cNvPr id="95" name="object 95"/>
          <p:cNvGrpSpPr/>
          <p:nvPr/>
        </p:nvGrpSpPr>
        <p:grpSpPr>
          <a:xfrm>
            <a:off x="1709383" y="5778591"/>
            <a:ext cx="289560" cy="123189"/>
            <a:chOff x="1709383" y="5778591"/>
            <a:chExt cx="289560" cy="123189"/>
          </a:xfrm>
        </p:grpSpPr>
        <p:pic>
          <p:nvPicPr>
            <p:cNvPr id="96" name="object 9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9383" y="5778591"/>
              <a:ext cx="289524" cy="122948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709383" y="5778591"/>
              <a:ext cx="289524" cy="122948"/>
            </a:xfrm>
            <a:prstGeom prst="rect">
              <a:avLst/>
            </a:prstGeom>
          </p:spPr>
        </p:pic>
      </p:grpSp>
      <p:grpSp>
        <p:nvGrpSpPr>
          <p:cNvPr id="86" name="object 86"/>
          <p:cNvGrpSpPr/>
          <p:nvPr/>
        </p:nvGrpSpPr>
        <p:grpSpPr>
          <a:xfrm>
            <a:off x="769420" y="5921371"/>
            <a:ext cx="250190" cy="341630"/>
            <a:chOff x="769420" y="5921371"/>
            <a:chExt cx="250190" cy="341630"/>
          </a:xfrm>
        </p:grpSpPr>
        <p:pic>
          <p:nvPicPr>
            <p:cNvPr id="87" name="object 8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72539" y="6000689"/>
              <a:ext cx="146745" cy="182443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9420" y="5921371"/>
              <a:ext cx="249863" cy="341083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157551" y="5933266"/>
            <a:ext cx="329185" cy="329185"/>
          </a:xfrm>
          <a:prstGeom prst="rect">
            <a:avLst/>
          </a:prstGeom>
        </p:spPr>
      </p:pic>
      <p:sp>
        <p:nvSpPr>
          <p:cNvPr id="131" name="object 131"/>
          <p:cNvSpPr txBox="1"/>
          <p:nvPr/>
        </p:nvSpPr>
        <p:spPr>
          <a:xfrm>
            <a:off x="298720" y="6554481"/>
            <a:ext cx="380365" cy="76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0" spc="50" dirty="0">
                <a:solidFill>
                  <a:srgbClr val="4997C1"/>
                </a:solidFill>
                <a:latin typeface="Arial"/>
                <a:cs typeface="Arial"/>
              </a:rPr>
              <a:t>SMARTPHONE</a:t>
            </a:r>
            <a:endParaRPr sz="300">
              <a:latin typeface="Arial"/>
              <a:cs typeface="Arial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1725252" y="6551837"/>
            <a:ext cx="387350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i="1" spc="-80" dirty="0">
                <a:solidFill>
                  <a:srgbClr val="497EA8"/>
                </a:solidFill>
                <a:latin typeface="Arial"/>
                <a:cs typeface="Arial"/>
              </a:rPr>
              <a:t>S</a:t>
            </a:r>
            <a:r>
              <a:rPr sz="350" i="1" spc="-15" dirty="0">
                <a:solidFill>
                  <a:srgbClr val="497EA8"/>
                </a:solidFill>
                <a:latin typeface="Arial"/>
                <a:cs typeface="Arial"/>
              </a:rPr>
              <a:t> </a:t>
            </a:r>
            <a:r>
              <a:rPr sz="350" spc="-10" dirty="0">
                <a:solidFill>
                  <a:srgbClr val="49978E"/>
                </a:solidFill>
                <a:latin typeface="Arial"/>
                <a:cs typeface="Arial"/>
              </a:rPr>
              <a:t>ki</a:t>
            </a:r>
            <a:r>
              <a:rPr sz="350" spc="45" dirty="0">
                <a:solidFill>
                  <a:srgbClr val="49978E"/>
                </a:solidFill>
                <a:latin typeface="Arial"/>
                <a:cs typeface="Arial"/>
              </a:rPr>
              <a:t> </a:t>
            </a:r>
            <a:r>
              <a:rPr sz="350" i="1" spc="-20" dirty="0">
                <a:solidFill>
                  <a:srgbClr val="4997C1"/>
                </a:solidFill>
                <a:latin typeface="Arial"/>
                <a:cs typeface="Arial"/>
              </a:rPr>
              <a:t>A</a:t>
            </a:r>
            <a:r>
              <a:rPr sz="350" i="1" spc="-15" dirty="0">
                <a:solidFill>
                  <a:srgbClr val="4997C1"/>
                </a:solidFill>
                <a:latin typeface="Arial"/>
                <a:cs typeface="Arial"/>
              </a:rPr>
              <a:t> </a:t>
            </a:r>
            <a:r>
              <a:rPr sz="350" spc="-10" dirty="0">
                <a:solidFill>
                  <a:srgbClr val="4997C1"/>
                </a:solidFill>
                <a:latin typeface="Arial"/>
                <a:cs typeface="Arial"/>
              </a:rPr>
              <a:t>RT</a:t>
            </a:r>
            <a:r>
              <a:rPr sz="350" spc="-30" dirty="0">
                <a:solidFill>
                  <a:srgbClr val="4997C1"/>
                </a:solidFill>
                <a:latin typeface="Arial"/>
                <a:cs typeface="Arial"/>
              </a:rPr>
              <a:t> </a:t>
            </a:r>
            <a:r>
              <a:rPr sz="350" spc="-20" dirty="0">
                <a:solidFill>
                  <a:srgbClr val="66AFDB"/>
                </a:solidFill>
                <a:latin typeface="Arial"/>
                <a:cs typeface="Arial"/>
              </a:rPr>
              <a:t>P</a:t>
            </a:r>
            <a:r>
              <a:rPr sz="350" spc="-45" dirty="0">
                <a:solidFill>
                  <a:srgbClr val="66AFDB"/>
                </a:solidFill>
                <a:latin typeface="Arial"/>
                <a:cs typeface="Arial"/>
              </a:rPr>
              <a:t> </a:t>
            </a:r>
            <a:r>
              <a:rPr sz="350" spc="-15" dirty="0">
                <a:solidFill>
                  <a:srgbClr val="66AFDB"/>
                </a:solidFill>
                <a:latin typeface="Arial"/>
                <a:cs typeface="Arial"/>
              </a:rPr>
              <a:t>H</a:t>
            </a:r>
            <a:r>
              <a:rPr sz="350" spc="-45" dirty="0">
                <a:solidFill>
                  <a:srgbClr val="66AFDB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66AFDB"/>
                </a:solidFill>
                <a:latin typeface="Arial"/>
                <a:cs typeface="Arial"/>
              </a:rPr>
              <a:t>O</a:t>
            </a:r>
            <a:r>
              <a:rPr sz="350" spc="-45" dirty="0">
                <a:solidFill>
                  <a:srgbClr val="66AFDB"/>
                </a:solidFill>
                <a:latin typeface="Arial"/>
                <a:cs typeface="Arial"/>
              </a:rPr>
              <a:t> </a:t>
            </a:r>
            <a:r>
              <a:rPr sz="350" spc="-25" dirty="0">
                <a:solidFill>
                  <a:srgbClr val="496B56"/>
                </a:solidFill>
                <a:latin typeface="Arial"/>
                <a:cs typeface="Arial"/>
              </a:rPr>
              <a:t>N</a:t>
            </a:r>
            <a:r>
              <a:rPr sz="350" spc="-25" dirty="0">
                <a:solidFill>
                  <a:srgbClr val="66AFDB"/>
                </a:solidFill>
                <a:latin typeface="Arial"/>
                <a:cs typeface="Arial"/>
              </a:rPr>
              <a:t>E</a:t>
            </a:r>
            <a:endParaRPr sz="350">
              <a:latin typeface="Arial"/>
              <a:cs typeface="Arial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294578" y="6656276"/>
            <a:ext cx="810895" cy="229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Nova</a:t>
            </a:r>
            <a:r>
              <a:rPr sz="600" spc="3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Smartphone</a:t>
            </a:r>
            <a:r>
              <a:rPr sz="600" spc="114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313131"/>
                </a:solidFill>
                <a:latin typeface="Arial"/>
                <a:cs typeface="Arial"/>
              </a:rPr>
              <a:t>5G</a:t>
            </a:r>
            <a:endParaRPr sz="6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385"/>
              </a:spcBef>
            </a:pPr>
            <a:r>
              <a:rPr sz="400" dirty="0">
                <a:solidFill>
                  <a:srgbClr val="7E7E7E"/>
                </a:solidFill>
                <a:latin typeface="Arial"/>
                <a:cs typeface="Arial"/>
              </a:rPr>
              <a:t>Fast</a:t>
            </a:r>
            <a:r>
              <a:rPr sz="400" spc="4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97979"/>
                </a:solidFill>
                <a:latin typeface="Arial"/>
                <a:cs typeface="Arial"/>
              </a:rPr>
              <a:t>connectivity</a:t>
            </a:r>
            <a:r>
              <a:rPr sz="400" spc="6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and</a:t>
            </a:r>
            <a:r>
              <a:rPr sz="400" spc="2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858585"/>
                </a:solidFill>
                <a:latin typeface="Arial"/>
                <a:cs typeface="Arial"/>
              </a:rPr>
              <a:t>vivid</a:t>
            </a:r>
            <a:r>
              <a:rPr sz="400" spc="-5" dirty="0">
                <a:solidFill>
                  <a:srgbClr val="858585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97979"/>
                </a:solidFill>
                <a:latin typeface="Arial"/>
                <a:cs typeface="Arial"/>
              </a:rPr>
              <a:t>visuals.</a:t>
            </a:r>
            <a:endParaRPr sz="400">
              <a:latin typeface="Arial"/>
              <a:cs typeface="Arial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1723183" y="6656276"/>
            <a:ext cx="1053465" cy="2305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spc="-10" dirty="0">
                <a:solidFill>
                  <a:srgbClr val="313131"/>
                </a:solidFill>
                <a:latin typeface="Arial"/>
                <a:cs typeface="Arial"/>
              </a:rPr>
              <a:t>hlova</a:t>
            </a:r>
            <a:r>
              <a:rPr sz="600" spc="3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Pro</a:t>
            </a:r>
            <a:r>
              <a:rPr sz="600" spc="2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313131"/>
                </a:solidFill>
                <a:latin typeface="Arial"/>
                <a:cs typeface="Arial"/>
              </a:rPr>
              <a:t>Max</a:t>
            </a:r>
            <a:endParaRPr sz="6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385"/>
              </a:spcBef>
            </a:pPr>
            <a:r>
              <a:rPr sz="400" spc="-20" dirty="0">
                <a:solidFill>
                  <a:srgbClr val="87B3E1"/>
                </a:solidFill>
                <a:latin typeface="Arial"/>
                <a:cs typeface="Arial"/>
              </a:rPr>
              <a:t>A</a:t>
            </a:r>
            <a:r>
              <a:rPr sz="400" spc="-10" dirty="0">
                <a:solidFill>
                  <a:srgbClr val="87B3E1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5A0C8"/>
                </a:solidFill>
                <a:latin typeface="Arial"/>
                <a:cs typeface="Arial"/>
              </a:rPr>
              <a:t>premium</a:t>
            </a:r>
            <a:r>
              <a:rPr sz="400" spc="20" dirty="0">
                <a:solidFill>
                  <a:srgbClr val="75A0C8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97979"/>
                </a:solidFill>
                <a:latin typeface="Arial"/>
                <a:cs typeface="Arial"/>
              </a:rPr>
              <a:t>smartphone</a:t>
            </a:r>
            <a:r>
              <a:rPr sz="400" spc="2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5809C"/>
                </a:solidFill>
                <a:latin typeface="Arial"/>
                <a:cs typeface="Arial"/>
              </a:rPr>
              <a:t>for</a:t>
            </a:r>
            <a:r>
              <a:rPr sz="400" spc="5" dirty="0">
                <a:solidFill>
                  <a:srgbClr val="75809C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CDA077"/>
                </a:solidFill>
                <a:latin typeface="Arial"/>
                <a:cs typeface="Arial"/>
              </a:rPr>
              <a:t>everyday</a:t>
            </a:r>
            <a:r>
              <a:rPr sz="400" spc="85" dirty="0">
                <a:solidFill>
                  <a:srgbClr val="CDA077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97979"/>
                </a:solidFill>
                <a:latin typeface="Arial"/>
                <a:cs typeface="Arial"/>
              </a:rPr>
              <a:t>creators</a:t>
            </a:r>
            <a:endParaRPr sz="400">
              <a:latin typeface="Arial"/>
              <a:cs typeface="Arial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297529" y="7001329"/>
            <a:ext cx="224154" cy="920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00" dirty="0">
                <a:solidFill>
                  <a:srgbClr val="A37C34"/>
                </a:solidFill>
                <a:latin typeface="Arial"/>
                <a:cs typeface="Arial"/>
              </a:rPr>
              <a:t>+</a:t>
            </a:r>
            <a:r>
              <a:rPr sz="400" spc="65" dirty="0">
                <a:solidFill>
                  <a:srgbClr val="A37C34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AC8E59"/>
                </a:solidFill>
                <a:latin typeface="Arial"/>
                <a:cs typeface="Arial"/>
              </a:rPr>
              <a:t>4.6</a:t>
            </a:r>
            <a:r>
              <a:rPr sz="400" spc="-5" dirty="0">
                <a:solidFill>
                  <a:srgbClr val="AC8E5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C38E59"/>
                </a:solidFill>
                <a:latin typeface="Arial"/>
                <a:cs typeface="Arial"/>
              </a:rPr>
              <a:t>/</a:t>
            </a:r>
            <a:r>
              <a:rPr sz="400" spc="15" dirty="0">
                <a:solidFill>
                  <a:srgbClr val="C38E59"/>
                </a:solidFill>
                <a:latin typeface="Arial"/>
                <a:cs typeface="Arial"/>
              </a:rPr>
              <a:t> </a:t>
            </a:r>
            <a:r>
              <a:rPr sz="400" spc="-50" dirty="0">
                <a:solidFill>
                  <a:srgbClr val="A37C34"/>
                </a:solidFill>
                <a:latin typeface="Arial"/>
                <a:cs typeface="Arial"/>
              </a:rPr>
              <a:t>S</a:t>
            </a:r>
            <a:endParaRPr sz="400">
              <a:latin typeface="Arial"/>
              <a:cs typeface="Arial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1725520" y="7003973"/>
            <a:ext cx="220345" cy="88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dirty="0">
                <a:solidFill>
                  <a:srgbClr val="A37C34"/>
                </a:solidFill>
                <a:latin typeface="Arial"/>
                <a:cs typeface="Arial"/>
              </a:rPr>
              <a:t>&gt;</a:t>
            </a:r>
            <a:r>
              <a:rPr sz="400" spc="50" dirty="0">
                <a:solidFill>
                  <a:srgbClr val="A37C34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AAAAAA"/>
                </a:solidFill>
                <a:latin typeface="Arial"/>
                <a:cs typeface="Arial"/>
              </a:rPr>
              <a:t>4.9</a:t>
            </a:r>
            <a:r>
              <a:rPr sz="400" spc="15" dirty="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AAAAAA"/>
                </a:solidFill>
                <a:latin typeface="Arial"/>
                <a:cs typeface="Arial"/>
              </a:rPr>
              <a:t>/</a:t>
            </a:r>
            <a:r>
              <a:rPr sz="400" spc="-20" dirty="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sz="400" spc="-50" dirty="0">
                <a:solidFill>
                  <a:srgbClr val="E4B859"/>
                </a:solidFill>
                <a:latin typeface="Arial"/>
                <a:cs typeface="Arial"/>
              </a:rPr>
              <a:t>5</a:t>
            </a:r>
            <a:endParaRPr sz="400">
              <a:latin typeface="Arial"/>
              <a:cs typeface="Arial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301886" y="7134848"/>
            <a:ext cx="343535" cy="136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00" spc="-10" dirty="0">
                <a:solidFill>
                  <a:srgbClr val="313131"/>
                </a:solidFill>
                <a:latin typeface="Arial"/>
                <a:cs typeface="Arial"/>
              </a:rPr>
              <a:t>€24,999</a:t>
            </a:r>
            <a:endParaRPr sz="7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698031" y="7202416"/>
            <a:ext cx="182440" cy="39660"/>
          </a:xfrm>
          <a:prstGeom prst="rect">
            <a:avLst/>
          </a:prstGeom>
        </p:spPr>
      </p:pic>
      <p:sp>
        <p:nvSpPr>
          <p:cNvPr id="167" name="object 167"/>
          <p:cNvSpPr txBox="1"/>
          <p:nvPr/>
        </p:nvSpPr>
        <p:spPr>
          <a:xfrm>
            <a:off x="1723632" y="7134848"/>
            <a:ext cx="346075" cy="136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00" spc="-70" dirty="0">
                <a:solidFill>
                  <a:srgbClr val="313131"/>
                </a:solidFill>
                <a:latin typeface="Arial Black"/>
                <a:cs typeface="Arial Black"/>
              </a:rPr>
              <a:t>€42,999</a:t>
            </a:r>
            <a:endParaRPr sz="700">
              <a:latin typeface="Arial Black"/>
              <a:cs typeface="Arial Black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2121856" y="7202416"/>
            <a:ext cx="186406" cy="39660"/>
          </a:xfrm>
          <a:prstGeom prst="rect">
            <a:avLst/>
          </a:prstGeom>
        </p:spPr>
      </p:pic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299518" y="7358045"/>
          <a:ext cx="555624" cy="142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486754"/>
                      </a:solidFill>
                      <a:prstDash val="solid"/>
                    </a:lnL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  <a:solidFill>
                      <a:srgbClr val="496B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486754"/>
                      </a:solidFill>
                      <a:prstDash val="solid"/>
                    </a:lnR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8" name="object 138"/>
          <p:cNvSpPr txBox="1"/>
          <p:nvPr/>
        </p:nvSpPr>
        <p:spPr>
          <a:xfrm>
            <a:off x="1101860" y="7375460"/>
            <a:ext cx="19177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496B8E"/>
                </a:solidFill>
                <a:latin typeface="Arial"/>
                <a:cs typeface="Arial"/>
              </a:rPr>
              <a:t>Details</a:t>
            </a:r>
            <a:endParaRPr sz="4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729214" y="7358045"/>
            <a:ext cx="0" cy="147320"/>
          </a:xfrm>
          <a:custGeom>
            <a:avLst/>
            <a:gdLst/>
            <a:ahLst/>
            <a:cxnLst/>
            <a:rect l="l" t="t" r="r" b="b"/>
            <a:pathLst>
              <a:path h="147320">
                <a:moveTo>
                  <a:pt x="0" y="147221"/>
                </a:moveTo>
                <a:lnTo>
                  <a:pt x="0" y="0"/>
                </a:lnTo>
              </a:path>
            </a:pathLst>
          </a:custGeom>
          <a:ln w="3807">
            <a:solidFill>
              <a:srgbClr val="4867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6" name="object 46"/>
          <p:cNvGrpSpPr/>
          <p:nvPr/>
        </p:nvGrpSpPr>
        <p:grpSpPr>
          <a:xfrm>
            <a:off x="1727310" y="7358045"/>
            <a:ext cx="560070" cy="147320"/>
            <a:chOff x="1727310" y="7358045"/>
            <a:chExt cx="560070" cy="147320"/>
          </a:xfrm>
        </p:grpSpPr>
        <p:sp>
          <p:nvSpPr>
            <p:cNvPr id="47" name="object 47"/>
            <p:cNvSpPr/>
            <p:nvPr/>
          </p:nvSpPr>
          <p:spPr>
            <a:xfrm>
              <a:off x="2285101" y="7358045"/>
              <a:ext cx="0" cy="147320"/>
            </a:xfrm>
            <a:custGeom>
              <a:avLst/>
              <a:gdLst/>
              <a:ahLst/>
              <a:cxnLst/>
              <a:rect l="l" t="t" r="r" b="b"/>
              <a:pathLst>
                <a:path h="147320">
                  <a:moveTo>
                    <a:pt x="0" y="147221"/>
                  </a:moveTo>
                  <a:lnTo>
                    <a:pt x="0" y="0"/>
                  </a:lnTo>
                </a:path>
              </a:pathLst>
            </a:custGeom>
            <a:ln w="3807">
              <a:solidFill>
                <a:srgbClr val="486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727310" y="7359949"/>
              <a:ext cx="560070" cy="0"/>
            </a:xfrm>
            <a:custGeom>
              <a:avLst/>
              <a:gdLst/>
              <a:ahLst/>
              <a:cxnLst/>
              <a:rect l="l" t="t" r="r" b="b"/>
              <a:pathLst>
                <a:path w="560069">
                  <a:moveTo>
                    <a:pt x="0" y="0"/>
                  </a:moveTo>
                  <a:lnTo>
                    <a:pt x="559694" y="0"/>
                  </a:lnTo>
                </a:path>
              </a:pathLst>
            </a:custGeom>
            <a:ln w="3807">
              <a:solidFill>
                <a:srgbClr val="486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727310" y="7503364"/>
              <a:ext cx="560070" cy="0"/>
            </a:xfrm>
            <a:custGeom>
              <a:avLst/>
              <a:gdLst/>
              <a:ahLst/>
              <a:cxnLst/>
              <a:rect l="l" t="t" r="r" b="b"/>
              <a:pathLst>
                <a:path w="560069">
                  <a:moveTo>
                    <a:pt x="0" y="0"/>
                  </a:moveTo>
                  <a:lnTo>
                    <a:pt x="559694" y="0"/>
                  </a:lnTo>
                </a:path>
              </a:pathLst>
            </a:custGeom>
            <a:ln w="3807">
              <a:solidFill>
                <a:srgbClr val="486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8" name="object 98"/>
          <p:cNvGrpSpPr/>
          <p:nvPr/>
        </p:nvGrpSpPr>
        <p:grpSpPr>
          <a:xfrm>
            <a:off x="1871993" y="7345195"/>
            <a:ext cx="297815" cy="154940"/>
            <a:chOff x="1871993" y="7345195"/>
            <a:chExt cx="297815" cy="154940"/>
          </a:xfrm>
        </p:grpSpPr>
        <p:pic>
          <p:nvPicPr>
            <p:cNvPr id="99" name="object 9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879925" y="7396755"/>
              <a:ext cx="281592" cy="51559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871993" y="7345195"/>
              <a:ext cx="297456" cy="154677"/>
            </a:xfrm>
            <a:prstGeom prst="rect">
              <a:avLst/>
            </a:prstGeom>
          </p:spPr>
        </p:pic>
      </p:grpSp>
      <p:sp>
        <p:nvSpPr>
          <p:cNvPr id="169" name="object 169"/>
          <p:cNvSpPr txBox="1"/>
          <p:nvPr/>
        </p:nvSpPr>
        <p:spPr>
          <a:xfrm>
            <a:off x="2525686" y="7375460"/>
            <a:ext cx="19177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496B70"/>
                </a:solidFill>
                <a:latin typeface="Arial"/>
                <a:cs typeface="Arial"/>
              </a:rPr>
              <a:t>Details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281592" y="7721972"/>
            <a:ext cx="289560" cy="123189"/>
            <a:chOff x="281592" y="7721972"/>
            <a:chExt cx="289560" cy="123189"/>
          </a:xfrm>
        </p:grpSpPr>
        <p:pic>
          <p:nvPicPr>
            <p:cNvPr id="78" name="object 7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81592" y="7721972"/>
              <a:ext cx="289524" cy="122948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81592" y="7721972"/>
              <a:ext cx="289524" cy="122948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737692" y="7880618"/>
            <a:ext cx="91219" cy="313320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2236238" y="8181721"/>
            <a:ext cx="175260" cy="12700"/>
            <a:chOff x="2236238" y="8181721"/>
            <a:chExt cx="175260" cy="12700"/>
          </a:xfrm>
        </p:grpSpPr>
        <p:sp>
          <p:nvSpPr>
            <p:cNvPr id="42" name="object 42"/>
            <p:cNvSpPr/>
            <p:nvPr/>
          </p:nvSpPr>
          <p:spPr>
            <a:xfrm>
              <a:off x="2243853" y="8189971"/>
              <a:ext cx="167640" cy="0"/>
            </a:xfrm>
            <a:custGeom>
              <a:avLst/>
              <a:gdLst/>
              <a:ahLst/>
              <a:cxnLst/>
              <a:rect l="l" t="t" r="r" b="b"/>
              <a:pathLst>
                <a:path w="167639">
                  <a:moveTo>
                    <a:pt x="0" y="0"/>
                  </a:moveTo>
                  <a:lnTo>
                    <a:pt x="167527" y="0"/>
                  </a:lnTo>
                </a:path>
              </a:pathLst>
            </a:custGeom>
            <a:ln w="88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236238" y="8186163"/>
              <a:ext cx="171450" cy="0"/>
            </a:xfrm>
            <a:custGeom>
              <a:avLst/>
              <a:gdLst/>
              <a:ahLst/>
              <a:cxnLst/>
              <a:rect l="l" t="t" r="r" b="b"/>
              <a:pathLst>
                <a:path w="171450">
                  <a:moveTo>
                    <a:pt x="0" y="0"/>
                  </a:moveTo>
                  <a:lnTo>
                    <a:pt x="171335" y="0"/>
                  </a:lnTo>
                </a:path>
              </a:pathLst>
            </a:custGeom>
            <a:ln w="88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1" name="object 101"/>
          <p:cNvGrpSpPr/>
          <p:nvPr/>
        </p:nvGrpSpPr>
        <p:grpSpPr>
          <a:xfrm>
            <a:off x="939962" y="7721972"/>
            <a:ext cx="1396365" cy="467995"/>
            <a:chOff x="939962" y="7721972"/>
            <a:chExt cx="1396365" cy="467995"/>
          </a:xfrm>
        </p:grpSpPr>
        <p:pic>
          <p:nvPicPr>
            <p:cNvPr id="102" name="object 10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709383" y="7721972"/>
              <a:ext cx="289524" cy="122948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709383" y="7721972"/>
              <a:ext cx="289524" cy="122948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39962" y="7864751"/>
              <a:ext cx="1396063" cy="325219"/>
            </a:xfrm>
            <a:prstGeom prst="rect">
              <a:avLst/>
            </a:prstGeom>
          </p:spPr>
        </p:pic>
      </p:grpSp>
      <p:sp>
        <p:nvSpPr>
          <p:cNvPr id="135" name="object 135"/>
          <p:cNvSpPr txBox="1"/>
          <p:nvPr/>
        </p:nvSpPr>
        <p:spPr>
          <a:xfrm>
            <a:off x="296720" y="8495217"/>
            <a:ext cx="398780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spc="-30" dirty="0">
                <a:solidFill>
                  <a:srgbClr val="496B8E"/>
                </a:solidFill>
                <a:latin typeface="Arial"/>
                <a:cs typeface="Arial"/>
              </a:rPr>
              <a:t>A</a:t>
            </a:r>
            <a:r>
              <a:rPr sz="350" spc="-20" dirty="0">
                <a:solidFill>
                  <a:srgbClr val="496B8E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6B56"/>
                </a:solidFill>
                <a:latin typeface="Arial"/>
                <a:cs typeface="Arial"/>
              </a:rPr>
              <a:t>CC</a:t>
            </a:r>
            <a:r>
              <a:rPr sz="350" spc="-35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66AFDB"/>
                </a:solidFill>
                <a:latin typeface="Arial"/>
                <a:cs typeface="Arial"/>
              </a:rPr>
              <a:t>E </a:t>
            </a:r>
            <a:r>
              <a:rPr sz="350" spc="-30" dirty="0">
                <a:solidFill>
                  <a:srgbClr val="497EA8"/>
                </a:solidFill>
                <a:latin typeface="Arial"/>
                <a:cs typeface="Arial"/>
              </a:rPr>
              <a:t>5</a:t>
            </a:r>
            <a:r>
              <a:rPr sz="350" spc="-25" dirty="0">
                <a:solidFill>
                  <a:srgbClr val="497EA8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97C1"/>
                </a:solidFill>
                <a:latin typeface="Arial"/>
                <a:cs typeface="Arial"/>
              </a:rPr>
              <a:t>SO</a:t>
            </a:r>
            <a:r>
              <a:rPr sz="350" spc="-35" dirty="0">
                <a:solidFill>
                  <a:srgbClr val="4997C1"/>
                </a:solidFill>
                <a:latin typeface="Arial"/>
                <a:cs typeface="Arial"/>
              </a:rPr>
              <a:t> </a:t>
            </a:r>
            <a:r>
              <a:rPr sz="350" spc="-50" dirty="0">
                <a:solidFill>
                  <a:srgbClr val="496B8E"/>
                </a:solidFill>
                <a:latin typeface="Arial"/>
                <a:cs typeface="Arial"/>
              </a:rPr>
              <a:t>R</a:t>
            </a:r>
            <a:r>
              <a:rPr sz="350" spc="-30" dirty="0">
                <a:solidFill>
                  <a:srgbClr val="496B8E"/>
                </a:solidFill>
                <a:latin typeface="Arial"/>
                <a:cs typeface="Arial"/>
              </a:rPr>
              <a:t> </a:t>
            </a:r>
            <a:r>
              <a:rPr sz="350" spc="-20" dirty="0">
                <a:solidFill>
                  <a:srgbClr val="496B56"/>
                </a:solidFill>
                <a:latin typeface="Arial"/>
                <a:cs typeface="Arial"/>
              </a:rPr>
              <a:t>I</a:t>
            </a:r>
            <a:r>
              <a:rPr sz="350" spc="-25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50" spc="-10" dirty="0">
                <a:solidFill>
                  <a:srgbClr val="666B56"/>
                </a:solidFill>
                <a:latin typeface="Arial"/>
                <a:cs typeface="Arial"/>
              </a:rPr>
              <a:t>E</a:t>
            </a:r>
            <a:r>
              <a:rPr sz="350" spc="-35" dirty="0">
                <a:solidFill>
                  <a:srgbClr val="666B56"/>
                </a:solidFill>
                <a:latin typeface="Arial"/>
                <a:cs typeface="Arial"/>
              </a:rPr>
              <a:t> </a:t>
            </a:r>
            <a:r>
              <a:rPr sz="350" spc="-50" dirty="0">
                <a:solidFill>
                  <a:srgbClr val="497EA8"/>
                </a:solidFill>
                <a:latin typeface="Arial"/>
                <a:cs typeface="Arial"/>
              </a:rPr>
              <a:t>S</a:t>
            </a:r>
            <a:endParaRPr sz="350">
              <a:latin typeface="Arial"/>
              <a:cs typeface="Arial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1724508" y="8497861"/>
            <a:ext cx="399415" cy="76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0" dirty="0">
                <a:solidFill>
                  <a:srgbClr val="66AFDB"/>
                </a:solidFill>
                <a:latin typeface="Arial"/>
                <a:cs typeface="Arial"/>
              </a:rPr>
              <a:t>A </a:t>
            </a:r>
            <a:r>
              <a:rPr sz="300" dirty="0">
                <a:solidFill>
                  <a:srgbClr val="A77E56"/>
                </a:solidFill>
                <a:latin typeface="Arial"/>
                <a:cs typeface="Arial"/>
              </a:rPr>
              <a:t>C</a:t>
            </a:r>
            <a:r>
              <a:rPr sz="300" spc="-5" dirty="0">
                <a:solidFill>
                  <a:srgbClr val="A77E56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66AFDB"/>
                </a:solidFill>
                <a:latin typeface="Arial"/>
                <a:cs typeface="Arial"/>
              </a:rPr>
              <a:t>C</a:t>
            </a:r>
            <a:r>
              <a:rPr sz="300" spc="-25" dirty="0">
                <a:solidFill>
                  <a:srgbClr val="66AFDB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666B56"/>
                </a:solidFill>
                <a:latin typeface="Arial"/>
                <a:cs typeface="Arial"/>
              </a:rPr>
              <a:t>E</a:t>
            </a:r>
            <a:r>
              <a:rPr sz="300" spc="-10" dirty="0">
                <a:solidFill>
                  <a:srgbClr val="666B56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4997C1"/>
                </a:solidFill>
                <a:latin typeface="Arial"/>
                <a:cs typeface="Arial"/>
              </a:rPr>
              <a:t>S</a:t>
            </a:r>
            <a:r>
              <a:rPr sz="300" spc="-15" dirty="0">
                <a:solidFill>
                  <a:srgbClr val="4997C1"/>
                </a:solidFill>
                <a:latin typeface="Arial"/>
                <a:cs typeface="Arial"/>
              </a:rPr>
              <a:t> </a:t>
            </a:r>
            <a:r>
              <a:rPr sz="300" spc="-25" dirty="0">
                <a:solidFill>
                  <a:srgbClr val="497EA8"/>
                </a:solidFill>
                <a:latin typeface="Arial"/>
                <a:cs typeface="Arial"/>
              </a:rPr>
              <a:t>S</a:t>
            </a:r>
            <a:r>
              <a:rPr sz="300" spc="-5" dirty="0">
                <a:solidFill>
                  <a:srgbClr val="497EA8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496B56"/>
                </a:solidFill>
                <a:latin typeface="Arial"/>
                <a:cs typeface="Arial"/>
              </a:rPr>
              <a:t>O</a:t>
            </a:r>
            <a:r>
              <a:rPr sz="300" spc="15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00" spc="-10" dirty="0">
                <a:solidFill>
                  <a:srgbClr val="4997C1"/>
                </a:solidFill>
                <a:latin typeface="Arial"/>
                <a:cs typeface="Arial"/>
              </a:rPr>
              <a:t>R </a:t>
            </a:r>
            <a:r>
              <a:rPr sz="300" dirty="0">
                <a:solidFill>
                  <a:srgbClr val="496B70"/>
                </a:solidFill>
                <a:latin typeface="Arial"/>
                <a:cs typeface="Arial"/>
              </a:rPr>
              <a:t>I</a:t>
            </a:r>
            <a:r>
              <a:rPr sz="300" spc="-10" dirty="0">
                <a:solidFill>
                  <a:srgbClr val="496B70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496B56"/>
                </a:solidFill>
                <a:latin typeface="Arial"/>
                <a:cs typeface="Arial"/>
              </a:rPr>
              <a:t>E</a:t>
            </a:r>
            <a:r>
              <a:rPr sz="300" spc="25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00" spc="-50" dirty="0">
                <a:solidFill>
                  <a:srgbClr val="4997C1"/>
                </a:solidFill>
                <a:latin typeface="Arial"/>
                <a:cs typeface="Arial"/>
              </a:rPr>
              <a:t>S</a:t>
            </a:r>
            <a:endParaRPr sz="300">
              <a:latin typeface="Arial"/>
              <a:cs typeface="Arial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296646" y="8593052"/>
            <a:ext cx="873125" cy="2368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0" spc="-10" dirty="0">
                <a:solidFill>
                  <a:srgbClr val="313131"/>
                </a:solidFill>
                <a:latin typeface="Arial"/>
                <a:cs typeface="Arial"/>
              </a:rPr>
              <a:t>Sonic</a:t>
            </a:r>
            <a:r>
              <a:rPr sz="650" spc="2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50" spc="-20" dirty="0">
                <a:solidFill>
                  <a:srgbClr val="313131"/>
                </a:solidFill>
                <a:latin typeface="Arial"/>
                <a:cs typeface="Arial"/>
              </a:rPr>
              <a:t>Wireless</a:t>
            </a:r>
            <a:r>
              <a:rPr sz="65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50" spc="-20" dirty="0">
                <a:solidFill>
                  <a:srgbClr val="313131"/>
                </a:solidFill>
                <a:latin typeface="Arial"/>
                <a:cs typeface="Arial"/>
              </a:rPr>
              <a:t>Buds</a:t>
            </a:r>
            <a:endParaRPr sz="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Enjoy</a:t>
            </a:r>
            <a:r>
              <a:rPr sz="400" spc="1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5809C"/>
                </a:solidFill>
                <a:latin typeface="Arial"/>
                <a:cs typeface="Arial"/>
              </a:rPr>
              <a:t>your</a:t>
            </a:r>
            <a:r>
              <a:rPr sz="400" spc="10" dirty="0">
                <a:solidFill>
                  <a:srgbClr val="75809C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858585"/>
                </a:solidFill>
                <a:latin typeface="Arial"/>
                <a:cs typeface="Arial"/>
              </a:rPr>
              <a:t>favourite</a:t>
            </a:r>
            <a:r>
              <a:rPr sz="400" spc="15" dirty="0">
                <a:solidFill>
                  <a:srgbClr val="858585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music</a:t>
            </a:r>
            <a:r>
              <a:rPr sz="400" spc="1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97979"/>
                </a:solidFill>
                <a:latin typeface="Arial"/>
                <a:cs typeface="Arial"/>
              </a:rPr>
              <a:t>wirelessly.</a:t>
            </a:r>
            <a:endParaRPr sz="400">
              <a:latin typeface="Arial"/>
              <a:cs typeface="Arial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1723183" y="8595696"/>
            <a:ext cx="948690" cy="235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spc="-10" dirty="0">
                <a:solidFill>
                  <a:srgbClr val="313131"/>
                </a:solidFill>
                <a:latin typeface="Arial"/>
                <a:cs typeface="Arial"/>
              </a:rPr>
              <a:t>hlexCharge</a:t>
            </a:r>
            <a:r>
              <a:rPr sz="600" spc="6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Power</a:t>
            </a:r>
            <a:r>
              <a:rPr sz="600" spc="4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313131"/>
                </a:solidFill>
                <a:latin typeface="Arial"/>
                <a:cs typeface="Arial"/>
              </a:rPr>
              <a:t>Bank</a:t>
            </a:r>
            <a:endParaRPr sz="6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365"/>
              </a:spcBef>
            </a:pPr>
            <a:r>
              <a:rPr sz="450" spc="-35" dirty="0">
                <a:solidFill>
                  <a:srgbClr val="797979"/>
                </a:solidFill>
                <a:latin typeface="Arial"/>
                <a:cs typeface="Arial"/>
              </a:rPr>
              <a:t>Portable</a:t>
            </a:r>
            <a:r>
              <a:rPr sz="450" spc="-1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50" spc="-25" dirty="0">
                <a:solidFill>
                  <a:srgbClr val="797979"/>
                </a:solidFill>
                <a:latin typeface="Arial"/>
                <a:cs typeface="Arial"/>
              </a:rPr>
              <a:t>power</a:t>
            </a:r>
            <a:r>
              <a:rPr sz="450" spc="3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75809C"/>
                </a:solidFill>
                <a:latin typeface="Arial"/>
                <a:cs typeface="Arial"/>
              </a:rPr>
              <a:t>for</a:t>
            </a:r>
            <a:r>
              <a:rPr sz="450" spc="15" dirty="0">
                <a:solidFill>
                  <a:srgbClr val="75809C"/>
                </a:solidFill>
                <a:latin typeface="Arial"/>
                <a:cs typeface="Arial"/>
              </a:rPr>
              <a:t> </a:t>
            </a:r>
            <a:r>
              <a:rPr sz="450" spc="-35" dirty="0">
                <a:solidFill>
                  <a:srgbClr val="797979"/>
                </a:solidFill>
                <a:latin typeface="Arial"/>
                <a:cs typeface="Arial"/>
              </a:rPr>
              <a:t>your</a:t>
            </a:r>
            <a:r>
              <a:rPr sz="450" spc="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50" spc="-25" dirty="0">
                <a:solidFill>
                  <a:srgbClr val="7590B3"/>
                </a:solidFill>
                <a:latin typeface="Arial"/>
                <a:cs typeface="Arial"/>
              </a:rPr>
              <a:t>daily</a:t>
            </a:r>
            <a:r>
              <a:rPr sz="450" spc="30" dirty="0">
                <a:solidFill>
                  <a:srgbClr val="7590B3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97979"/>
                </a:solidFill>
                <a:latin typeface="Arial"/>
                <a:cs typeface="Arial"/>
              </a:rPr>
              <a:t>adventures</a:t>
            </a:r>
            <a:endParaRPr sz="450">
              <a:latin typeface="Arial"/>
              <a:cs typeface="Arial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298472" y="8886705"/>
            <a:ext cx="294640" cy="32448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550" spc="-10" dirty="0">
                <a:solidFill>
                  <a:srgbClr val="A37C34"/>
                </a:solidFill>
                <a:latin typeface="Arial"/>
                <a:cs typeface="Arial"/>
              </a:rPr>
              <a:t>*4515</a:t>
            </a:r>
            <a:endParaRPr sz="55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505"/>
              </a:spcBef>
            </a:pPr>
            <a:r>
              <a:rPr sz="700" spc="-75" dirty="0">
                <a:solidFill>
                  <a:srgbClr val="313131"/>
                </a:solidFill>
                <a:latin typeface="Arial Black"/>
                <a:cs typeface="Arial Black"/>
              </a:rPr>
              <a:t>€1,999</a:t>
            </a:r>
            <a:endParaRPr sz="700">
              <a:latin typeface="Arial Black"/>
              <a:cs typeface="Arial Black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1725520" y="8947353"/>
            <a:ext cx="220345" cy="88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dirty="0">
                <a:solidFill>
                  <a:srgbClr val="A37C34"/>
                </a:solidFill>
                <a:latin typeface="Arial"/>
                <a:cs typeface="Arial"/>
              </a:rPr>
              <a:t>&gt;</a:t>
            </a:r>
            <a:r>
              <a:rPr sz="400" spc="70" dirty="0">
                <a:solidFill>
                  <a:srgbClr val="A37C34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AAAAAA"/>
                </a:solidFill>
                <a:latin typeface="Arial"/>
                <a:cs typeface="Arial"/>
              </a:rPr>
              <a:t>4.4</a:t>
            </a:r>
            <a:r>
              <a:rPr sz="400" spc="-10" dirty="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AAAAAA"/>
                </a:solidFill>
                <a:latin typeface="Arial"/>
                <a:cs typeface="Arial"/>
              </a:rPr>
              <a:t>/</a:t>
            </a:r>
            <a:r>
              <a:rPr sz="400" spc="-15" dirty="0">
                <a:solidFill>
                  <a:srgbClr val="AAAAAA"/>
                </a:solidFill>
                <a:latin typeface="Arial"/>
                <a:cs typeface="Arial"/>
              </a:rPr>
              <a:t> </a:t>
            </a:r>
            <a:r>
              <a:rPr sz="400" spc="-60" dirty="0">
                <a:solidFill>
                  <a:srgbClr val="E4B859"/>
                </a:solidFill>
                <a:latin typeface="Arial"/>
                <a:cs typeface="Arial"/>
              </a:rPr>
              <a:t>5</a:t>
            </a:r>
            <a:endParaRPr sz="4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646472" y="9141835"/>
            <a:ext cx="154677" cy="39660"/>
          </a:xfrm>
          <a:prstGeom prst="rect">
            <a:avLst/>
          </a:prstGeom>
        </p:spPr>
      </p:pic>
      <p:sp>
        <p:nvSpPr>
          <p:cNvPr id="172" name="object 172"/>
          <p:cNvSpPr txBox="1"/>
          <p:nvPr/>
        </p:nvSpPr>
        <p:spPr>
          <a:xfrm>
            <a:off x="1723632" y="9074267"/>
            <a:ext cx="296545" cy="136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00" spc="-70" dirty="0">
                <a:solidFill>
                  <a:srgbClr val="313131"/>
                </a:solidFill>
                <a:latin typeface="Arial Black"/>
                <a:cs typeface="Arial Black"/>
              </a:rPr>
              <a:t>€1,499</a:t>
            </a:r>
            <a:endParaRPr sz="700">
              <a:latin typeface="Arial Black"/>
              <a:cs typeface="Arial Black"/>
            </a:endParaRPr>
          </a:p>
        </p:txBody>
      </p:sp>
      <p:pic>
        <p:nvPicPr>
          <p:cNvPr id="9" name="object 9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2074263" y="9141835"/>
            <a:ext cx="154677" cy="39660"/>
          </a:xfrm>
          <a:prstGeom prst="rect">
            <a:avLst/>
          </a:prstGeom>
        </p:spPr>
      </p:pic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299518" y="9297304"/>
          <a:ext cx="555624" cy="142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486754"/>
                      </a:solidFill>
                      <a:prstDash val="solid"/>
                    </a:lnL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  <a:solidFill>
                      <a:srgbClr val="496B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486754"/>
                      </a:solidFill>
                      <a:prstDash val="solid"/>
                    </a:lnR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2" name="object 142"/>
          <p:cNvSpPr txBox="1"/>
          <p:nvPr/>
        </p:nvSpPr>
        <p:spPr>
          <a:xfrm>
            <a:off x="1101860" y="9314879"/>
            <a:ext cx="19177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496B8E"/>
                </a:solidFill>
                <a:latin typeface="Arial"/>
                <a:cs typeface="Arial"/>
              </a:rPr>
              <a:t>Details</a:t>
            </a:r>
            <a:endParaRPr sz="4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729214" y="9297304"/>
            <a:ext cx="0" cy="147320"/>
          </a:xfrm>
          <a:custGeom>
            <a:avLst/>
            <a:gdLst/>
            <a:ahLst/>
            <a:cxnLst/>
            <a:rect l="l" t="t" r="r" b="b"/>
            <a:pathLst>
              <a:path h="147320">
                <a:moveTo>
                  <a:pt x="0" y="147221"/>
                </a:moveTo>
                <a:lnTo>
                  <a:pt x="0" y="0"/>
                </a:lnTo>
              </a:path>
            </a:pathLst>
          </a:custGeom>
          <a:ln w="3807">
            <a:solidFill>
              <a:srgbClr val="4867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" name="object 37"/>
          <p:cNvGrpSpPr/>
          <p:nvPr/>
        </p:nvGrpSpPr>
        <p:grpSpPr>
          <a:xfrm>
            <a:off x="1727310" y="9297304"/>
            <a:ext cx="560070" cy="147320"/>
            <a:chOff x="1727310" y="9297304"/>
            <a:chExt cx="560070" cy="147320"/>
          </a:xfrm>
        </p:grpSpPr>
        <p:sp>
          <p:nvSpPr>
            <p:cNvPr id="38" name="object 38"/>
            <p:cNvSpPr/>
            <p:nvPr/>
          </p:nvSpPr>
          <p:spPr>
            <a:xfrm>
              <a:off x="2285101" y="9297304"/>
              <a:ext cx="0" cy="147320"/>
            </a:xfrm>
            <a:custGeom>
              <a:avLst/>
              <a:gdLst/>
              <a:ahLst/>
              <a:cxnLst/>
              <a:rect l="l" t="t" r="r" b="b"/>
              <a:pathLst>
                <a:path h="147320">
                  <a:moveTo>
                    <a:pt x="0" y="147221"/>
                  </a:moveTo>
                  <a:lnTo>
                    <a:pt x="0" y="0"/>
                  </a:lnTo>
                </a:path>
              </a:pathLst>
            </a:custGeom>
            <a:ln w="3807">
              <a:solidFill>
                <a:srgbClr val="486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727310" y="9299208"/>
              <a:ext cx="560070" cy="0"/>
            </a:xfrm>
            <a:custGeom>
              <a:avLst/>
              <a:gdLst/>
              <a:ahLst/>
              <a:cxnLst/>
              <a:rect l="l" t="t" r="r" b="b"/>
              <a:pathLst>
                <a:path w="560069">
                  <a:moveTo>
                    <a:pt x="0" y="0"/>
                  </a:moveTo>
                  <a:lnTo>
                    <a:pt x="559694" y="0"/>
                  </a:lnTo>
                </a:path>
              </a:pathLst>
            </a:custGeom>
            <a:ln w="3807">
              <a:solidFill>
                <a:srgbClr val="486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727310" y="9442618"/>
              <a:ext cx="560070" cy="0"/>
            </a:xfrm>
            <a:custGeom>
              <a:avLst/>
              <a:gdLst/>
              <a:ahLst/>
              <a:cxnLst/>
              <a:rect l="l" t="t" r="r" b="b"/>
              <a:pathLst>
                <a:path w="560069">
                  <a:moveTo>
                    <a:pt x="0" y="0"/>
                  </a:moveTo>
                  <a:lnTo>
                    <a:pt x="559694" y="0"/>
                  </a:lnTo>
                </a:path>
              </a:pathLst>
            </a:custGeom>
            <a:ln w="3807">
              <a:solidFill>
                <a:srgbClr val="486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5" name="object 105"/>
          <p:cNvGrpSpPr/>
          <p:nvPr/>
        </p:nvGrpSpPr>
        <p:grpSpPr>
          <a:xfrm>
            <a:off x="1871993" y="9284613"/>
            <a:ext cx="297815" cy="154940"/>
            <a:chOff x="1871993" y="9284613"/>
            <a:chExt cx="297815" cy="154940"/>
          </a:xfrm>
        </p:grpSpPr>
        <p:pic>
          <p:nvPicPr>
            <p:cNvPr id="106" name="object 10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879925" y="9336168"/>
              <a:ext cx="281592" cy="51559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871993" y="9284613"/>
              <a:ext cx="297456" cy="154677"/>
            </a:xfrm>
            <a:prstGeom prst="rect">
              <a:avLst/>
            </a:prstGeom>
          </p:spPr>
        </p:pic>
      </p:grpSp>
      <p:sp>
        <p:nvSpPr>
          <p:cNvPr id="175" name="object 175"/>
          <p:cNvSpPr txBox="1"/>
          <p:nvPr/>
        </p:nvSpPr>
        <p:spPr>
          <a:xfrm>
            <a:off x="2525686" y="9314879"/>
            <a:ext cx="19177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496B70"/>
                </a:solidFill>
                <a:latin typeface="Arial"/>
                <a:cs typeface="Arial"/>
              </a:rPr>
              <a:t>Details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281592" y="9661390"/>
            <a:ext cx="289560" cy="123189"/>
            <a:chOff x="281592" y="9661390"/>
            <a:chExt cx="289560" cy="123189"/>
          </a:xfrm>
        </p:grpSpPr>
        <p:pic>
          <p:nvPicPr>
            <p:cNvPr id="81" name="object 8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81592" y="9661390"/>
              <a:ext cx="289524" cy="122948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81592" y="9661390"/>
              <a:ext cx="289524" cy="122948"/>
            </a:xfrm>
            <a:prstGeom prst="rect">
              <a:avLst/>
            </a:prstGeom>
          </p:spPr>
        </p:pic>
      </p:grpSp>
      <p:grpSp>
        <p:nvGrpSpPr>
          <p:cNvPr id="108" name="object 108"/>
          <p:cNvGrpSpPr/>
          <p:nvPr/>
        </p:nvGrpSpPr>
        <p:grpSpPr>
          <a:xfrm>
            <a:off x="1709383" y="9661390"/>
            <a:ext cx="289560" cy="123189"/>
            <a:chOff x="1709383" y="9661390"/>
            <a:chExt cx="289560" cy="123189"/>
          </a:xfrm>
        </p:grpSpPr>
        <p:pic>
          <p:nvPicPr>
            <p:cNvPr id="109" name="object 10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709383" y="9661390"/>
              <a:ext cx="289524" cy="122948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709383" y="9661390"/>
              <a:ext cx="289524" cy="122948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729760" y="9808136"/>
            <a:ext cx="329185" cy="32918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2217042" y="9808136"/>
            <a:ext cx="210202" cy="333151"/>
          </a:xfrm>
          <a:prstGeom prst="rect">
            <a:avLst/>
          </a:prstGeom>
        </p:spPr>
      </p:pic>
      <p:sp>
        <p:nvSpPr>
          <p:cNvPr id="140" name="object 140"/>
          <p:cNvSpPr txBox="1"/>
          <p:nvPr/>
        </p:nvSpPr>
        <p:spPr>
          <a:xfrm>
            <a:off x="296720" y="10434636"/>
            <a:ext cx="398780" cy="7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" spc="-30" dirty="0">
                <a:solidFill>
                  <a:srgbClr val="496B8E"/>
                </a:solidFill>
                <a:latin typeface="Arial"/>
                <a:cs typeface="Arial"/>
              </a:rPr>
              <a:t>A</a:t>
            </a:r>
            <a:r>
              <a:rPr sz="350" spc="-20" dirty="0">
                <a:solidFill>
                  <a:srgbClr val="496B8E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6B56"/>
                </a:solidFill>
                <a:latin typeface="Arial"/>
                <a:cs typeface="Arial"/>
              </a:rPr>
              <a:t>CC</a:t>
            </a:r>
            <a:r>
              <a:rPr sz="350" spc="-35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66AFDB"/>
                </a:solidFill>
                <a:latin typeface="Arial"/>
                <a:cs typeface="Arial"/>
              </a:rPr>
              <a:t>E </a:t>
            </a:r>
            <a:r>
              <a:rPr sz="350" spc="-30" dirty="0">
                <a:solidFill>
                  <a:srgbClr val="497EA8"/>
                </a:solidFill>
                <a:latin typeface="Arial"/>
                <a:cs typeface="Arial"/>
              </a:rPr>
              <a:t>5</a:t>
            </a:r>
            <a:r>
              <a:rPr sz="350" spc="-25" dirty="0">
                <a:solidFill>
                  <a:srgbClr val="497EA8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4997C1"/>
                </a:solidFill>
                <a:latin typeface="Arial"/>
                <a:cs typeface="Arial"/>
              </a:rPr>
              <a:t>SO</a:t>
            </a:r>
            <a:r>
              <a:rPr sz="350" spc="-35" dirty="0">
                <a:solidFill>
                  <a:srgbClr val="4997C1"/>
                </a:solidFill>
                <a:latin typeface="Arial"/>
                <a:cs typeface="Arial"/>
              </a:rPr>
              <a:t> </a:t>
            </a:r>
            <a:r>
              <a:rPr sz="350" spc="-50" dirty="0">
                <a:solidFill>
                  <a:srgbClr val="496B8E"/>
                </a:solidFill>
                <a:latin typeface="Arial"/>
                <a:cs typeface="Arial"/>
              </a:rPr>
              <a:t>R</a:t>
            </a:r>
            <a:r>
              <a:rPr sz="350" spc="-30" dirty="0">
                <a:solidFill>
                  <a:srgbClr val="496B8E"/>
                </a:solidFill>
                <a:latin typeface="Arial"/>
                <a:cs typeface="Arial"/>
              </a:rPr>
              <a:t> </a:t>
            </a:r>
            <a:r>
              <a:rPr sz="350" spc="-20" dirty="0">
                <a:solidFill>
                  <a:srgbClr val="496B56"/>
                </a:solidFill>
                <a:latin typeface="Arial"/>
                <a:cs typeface="Arial"/>
              </a:rPr>
              <a:t>I</a:t>
            </a:r>
            <a:r>
              <a:rPr sz="350" spc="-25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50" spc="-10" dirty="0">
                <a:solidFill>
                  <a:srgbClr val="666B56"/>
                </a:solidFill>
                <a:latin typeface="Arial"/>
                <a:cs typeface="Arial"/>
              </a:rPr>
              <a:t>E</a:t>
            </a:r>
            <a:r>
              <a:rPr sz="350" spc="-35" dirty="0">
                <a:solidFill>
                  <a:srgbClr val="666B56"/>
                </a:solidFill>
                <a:latin typeface="Arial"/>
                <a:cs typeface="Arial"/>
              </a:rPr>
              <a:t> </a:t>
            </a:r>
            <a:r>
              <a:rPr sz="350" spc="-50" dirty="0">
                <a:solidFill>
                  <a:srgbClr val="497EA8"/>
                </a:solidFill>
                <a:latin typeface="Arial"/>
                <a:cs typeface="Arial"/>
              </a:rPr>
              <a:t>S</a:t>
            </a:r>
            <a:endParaRPr sz="350">
              <a:latin typeface="Arial"/>
              <a:cs typeface="Arial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1725437" y="10437280"/>
            <a:ext cx="419100" cy="76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0" i="1" spc="-40" dirty="0">
                <a:solidFill>
                  <a:srgbClr val="497EA8"/>
                </a:solidFill>
                <a:latin typeface="Arial"/>
                <a:cs typeface="Arial"/>
              </a:rPr>
              <a:t>S</a:t>
            </a:r>
            <a:r>
              <a:rPr sz="300" i="1" dirty="0">
                <a:solidFill>
                  <a:srgbClr val="497EA8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49978E"/>
                </a:solidFill>
                <a:latin typeface="Arial"/>
                <a:cs typeface="Arial"/>
              </a:rPr>
              <a:t>ki</a:t>
            </a:r>
            <a:r>
              <a:rPr sz="300" spc="95" dirty="0">
                <a:solidFill>
                  <a:srgbClr val="49978E"/>
                </a:solidFill>
                <a:latin typeface="Arial"/>
                <a:cs typeface="Arial"/>
              </a:rPr>
              <a:t> </a:t>
            </a:r>
            <a:r>
              <a:rPr sz="300" i="1" dirty="0">
                <a:solidFill>
                  <a:srgbClr val="4997C1"/>
                </a:solidFill>
                <a:latin typeface="Arial"/>
                <a:cs typeface="Arial"/>
              </a:rPr>
              <a:t>A</a:t>
            </a:r>
            <a:r>
              <a:rPr sz="300" i="1" spc="10" dirty="0">
                <a:solidFill>
                  <a:srgbClr val="4997C1"/>
                </a:solidFill>
                <a:latin typeface="Arial"/>
                <a:cs typeface="Arial"/>
              </a:rPr>
              <a:t> </a:t>
            </a:r>
            <a:r>
              <a:rPr sz="300" spc="-10" dirty="0">
                <a:solidFill>
                  <a:srgbClr val="4997C1"/>
                </a:solidFill>
                <a:latin typeface="Arial"/>
                <a:cs typeface="Arial"/>
              </a:rPr>
              <a:t>R</a:t>
            </a:r>
            <a:r>
              <a:rPr sz="300" spc="-15" dirty="0">
                <a:solidFill>
                  <a:srgbClr val="4997C1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496B8E"/>
                </a:solidFill>
                <a:latin typeface="Arial"/>
                <a:cs typeface="Arial"/>
              </a:rPr>
              <a:t>T</a:t>
            </a:r>
            <a:r>
              <a:rPr sz="300" spc="170" dirty="0">
                <a:solidFill>
                  <a:srgbClr val="496B8E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666B56"/>
                </a:solidFill>
                <a:latin typeface="Arial"/>
                <a:cs typeface="Arial"/>
              </a:rPr>
              <a:t>D</a:t>
            </a:r>
            <a:r>
              <a:rPr sz="300" spc="-25" dirty="0">
                <a:solidFill>
                  <a:srgbClr val="666B56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66AFDB"/>
                </a:solidFill>
                <a:latin typeface="Arial"/>
                <a:cs typeface="Arial"/>
              </a:rPr>
              <a:t>E</a:t>
            </a:r>
            <a:r>
              <a:rPr sz="300" spc="-30" dirty="0">
                <a:solidFill>
                  <a:srgbClr val="66AFDB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496B8E"/>
                </a:solidFill>
                <a:latin typeface="Arial"/>
                <a:cs typeface="Arial"/>
              </a:rPr>
              <a:t>V</a:t>
            </a:r>
            <a:r>
              <a:rPr sz="300" spc="-15" dirty="0">
                <a:solidFill>
                  <a:srgbClr val="496B8E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496B70"/>
                </a:solidFill>
                <a:latin typeface="Arial"/>
                <a:cs typeface="Arial"/>
              </a:rPr>
              <a:t>I</a:t>
            </a:r>
            <a:r>
              <a:rPr sz="300" spc="-30" dirty="0">
                <a:solidFill>
                  <a:srgbClr val="496B70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496B56"/>
                </a:solidFill>
                <a:latin typeface="Arial"/>
                <a:cs typeface="Arial"/>
              </a:rPr>
              <a:t>C</a:t>
            </a:r>
            <a:r>
              <a:rPr sz="300" spc="-20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00" spc="-50" dirty="0">
                <a:solidFill>
                  <a:srgbClr val="666B56"/>
                </a:solidFill>
                <a:latin typeface="Arial"/>
                <a:cs typeface="Arial"/>
              </a:rPr>
              <a:t>E</a:t>
            </a:r>
            <a:endParaRPr sz="300">
              <a:latin typeface="Arial"/>
              <a:cs typeface="Arial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296318" y="10541720"/>
            <a:ext cx="985519" cy="2273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Vision</a:t>
            </a:r>
            <a:r>
              <a:rPr sz="600" spc="5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4K</a:t>
            </a:r>
            <a:r>
              <a:rPr sz="600" spc="3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313131"/>
                </a:solidFill>
                <a:latin typeface="Arial"/>
                <a:cs typeface="Arial"/>
              </a:rPr>
              <a:t>Monitor</a:t>
            </a:r>
            <a:endParaRPr sz="6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390"/>
              </a:spcBef>
            </a:pPr>
            <a:r>
              <a:rPr sz="400" dirty="0">
                <a:solidFill>
                  <a:srgbClr val="9C8077"/>
                </a:solidFill>
                <a:latin typeface="Arial"/>
                <a:cs typeface="Arial"/>
              </a:rPr>
              <a:t>Sharper</a:t>
            </a:r>
            <a:r>
              <a:rPr sz="400" spc="25" dirty="0">
                <a:solidFill>
                  <a:srgbClr val="9C8077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97979"/>
                </a:solidFill>
                <a:latin typeface="Arial"/>
                <a:cs typeface="Arial"/>
              </a:rPr>
              <a:t>detail</a:t>
            </a: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590B3"/>
                </a:solidFill>
                <a:latin typeface="Arial"/>
                <a:cs typeface="Arial"/>
              </a:rPr>
              <a:t>for</a:t>
            </a:r>
            <a:r>
              <a:rPr sz="400" spc="-30" dirty="0">
                <a:solidFill>
                  <a:srgbClr val="7590B3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87A0C8"/>
                </a:solidFill>
                <a:latin typeface="Arial"/>
                <a:cs typeface="Arial"/>
              </a:rPr>
              <a:t>work</a:t>
            </a:r>
            <a:r>
              <a:rPr sz="400" spc="15" dirty="0">
                <a:solidFill>
                  <a:srgbClr val="87A0C8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87B3E1"/>
                </a:solidFill>
                <a:latin typeface="Arial"/>
                <a:cs typeface="Arial"/>
              </a:rPr>
              <a:t>and</a:t>
            </a:r>
            <a:r>
              <a:rPr sz="400" spc="-10" dirty="0">
                <a:solidFill>
                  <a:srgbClr val="87B3E1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858585"/>
                </a:solidFill>
                <a:latin typeface="Arial"/>
                <a:cs typeface="Arial"/>
              </a:rPr>
              <a:t>entertainment.</a:t>
            </a:r>
            <a:endParaRPr sz="400">
              <a:latin typeface="Arial"/>
              <a:cs typeface="Arial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1722292" y="10539076"/>
            <a:ext cx="902335" cy="229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Pulse</a:t>
            </a:r>
            <a:r>
              <a:rPr sz="600" spc="3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Smart</a:t>
            </a:r>
            <a:r>
              <a:rPr sz="600" spc="6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313131"/>
                </a:solidFill>
                <a:latin typeface="Arial"/>
                <a:cs typeface="Arial"/>
              </a:rPr>
              <a:t>Watch</a:t>
            </a:r>
            <a:endParaRPr sz="6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385"/>
              </a:spcBef>
            </a:pPr>
            <a:r>
              <a:rPr sz="400" dirty="0">
                <a:solidFill>
                  <a:srgbClr val="9C8077"/>
                </a:solidFill>
                <a:latin typeface="Arial"/>
                <a:cs typeface="Arial"/>
              </a:rPr>
              <a:t>Useful</a:t>
            </a:r>
            <a:r>
              <a:rPr sz="400" spc="-10" dirty="0">
                <a:solidFill>
                  <a:srgbClr val="9C8077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97979"/>
                </a:solidFill>
                <a:latin typeface="Arial"/>
                <a:cs typeface="Arial"/>
              </a:rPr>
              <a:t>everyday</a:t>
            </a:r>
            <a:r>
              <a:rPr sz="400" spc="5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features</a:t>
            </a:r>
            <a:r>
              <a:rPr sz="400" spc="2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87B3E1"/>
                </a:solidFill>
                <a:latin typeface="Arial"/>
                <a:cs typeface="Arial"/>
              </a:rPr>
              <a:t>on</a:t>
            </a:r>
            <a:r>
              <a:rPr sz="400" spc="-20" dirty="0">
                <a:solidFill>
                  <a:srgbClr val="87B3E1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5809C"/>
                </a:solidFill>
                <a:latin typeface="Arial"/>
                <a:cs typeface="Arial"/>
              </a:rPr>
              <a:t>your</a:t>
            </a:r>
            <a:r>
              <a:rPr sz="400" spc="15" dirty="0">
                <a:solidFill>
                  <a:srgbClr val="75809C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97979"/>
                </a:solidFill>
                <a:latin typeface="Arial"/>
                <a:cs typeface="Arial"/>
              </a:rPr>
              <a:t>wrist</a:t>
            </a:r>
            <a:endParaRPr sz="400">
              <a:latin typeface="Arial"/>
              <a:cs typeface="Arial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297529" y="10884127"/>
            <a:ext cx="224154" cy="920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00" dirty="0">
                <a:solidFill>
                  <a:srgbClr val="A37C34"/>
                </a:solidFill>
                <a:latin typeface="Arial"/>
                <a:cs typeface="Arial"/>
              </a:rPr>
              <a:t>+</a:t>
            </a:r>
            <a:r>
              <a:rPr sz="400" spc="65" dirty="0">
                <a:solidFill>
                  <a:srgbClr val="A37C34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AC8E59"/>
                </a:solidFill>
                <a:latin typeface="Arial"/>
                <a:cs typeface="Arial"/>
              </a:rPr>
              <a:t>4.6</a:t>
            </a:r>
            <a:r>
              <a:rPr sz="400" spc="-5" dirty="0">
                <a:solidFill>
                  <a:srgbClr val="AC8E5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C38E59"/>
                </a:solidFill>
                <a:latin typeface="Arial"/>
                <a:cs typeface="Arial"/>
              </a:rPr>
              <a:t>/</a:t>
            </a:r>
            <a:r>
              <a:rPr sz="400" spc="15" dirty="0">
                <a:solidFill>
                  <a:srgbClr val="C38E59"/>
                </a:solidFill>
                <a:latin typeface="Arial"/>
                <a:cs typeface="Arial"/>
              </a:rPr>
              <a:t> </a:t>
            </a:r>
            <a:r>
              <a:rPr sz="400" spc="-50" dirty="0">
                <a:solidFill>
                  <a:srgbClr val="A37C34"/>
                </a:solidFill>
                <a:latin typeface="Arial"/>
                <a:cs typeface="Arial"/>
              </a:rPr>
              <a:t>S</a:t>
            </a:r>
            <a:endParaRPr sz="400">
              <a:latin typeface="Arial"/>
              <a:cs typeface="Arial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299806" y="11017653"/>
            <a:ext cx="342265" cy="136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00" spc="-75" dirty="0">
                <a:solidFill>
                  <a:srgbClr val="313131"/>
                </a:solidFill>
                <a:latin typeface="Arial Black"/>
                <a:cs typeface="Arial Black"/>
              </a:rPr>
              <a:t>€18,999</a:t>
            </a:r>
            <a:endParaRPr sz="700">
              <a:latin typeface="Arial Black"/>
              <a:cs typeface="Arial Black"/>
            </a:endParaRPr>
          </a:p>
        </p:txBody>
      </p:sp>
      <p:pic>
        <p:nvPicPr>
          <p:cNvPr id="4" name="object 4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698031" y="11085214"/>
            <a:ext cx="182440" cy="39660"/>
          </a:xfrm>
          <a:prstGeom prst="rect">
            <a:avLst/>
          </a:prstGeom>
        </p:spPr>
      </p:pic>
      <p:sp>
        <p:nvSpPr>
          <p:cNvPr id="176" name="object 176"/>
          <p:cNvSpPr txBox="1"/>
          <p:nvPr/>
        </p:nvSpPr>
        <p:spPr>
          <a:xfrm>
            <a:off x="1723632" y="10881483"/>
            <a:ext cx="296545" cy="273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sz="450" spc="40" dirty="0">
                <a:solidFill>
                  <a:srgbClr val="AAAAAA"/>
                </a:solidFill>
                <a:latin typeface="Arial"/>
                <a:cs typeface="Arial"/>
              </a:rPr>
              <a:t>*4.5/5</a:t>
            </a:r>
            <a:endParaRPr sz="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700" spc="-70" dirty="0">
                <a:solidFill>
                  <a:srgbClr val="313131"/>
                </a:solidFill>
                <a:latin typeface="Arial Black"/>
                <a:cs typeface="Arial Black"/>
              </a:rPr>
              <a:t>€3,499</a:t>
            </a:r>
            <a:endParaRPr sz="700">
              <a:latin typeface="Arial Black"/>
              <a:cs typeface="Arial Black"/>
            </a:endParaRPr>
          </a:p>
        </p:txBody>
      </p:sp>
      <p:pic>
        <p:nvPicPr>
          <p:cNvPr id="5" name="object 5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2074263" y="11085214"/>
            <a:ext cx="154677" cy="39660"/>
          </a:xfrm>
          <a:prstGeom prst="rect">
            <a:avLst/>
          </a:prstGeom>
        </p:spPr>
      </p:pic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299518" y="11241640"/>
          <a:ext cx="555624" cy="142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486754"/>
                      </a:solidFill>
                      <a:prstDash val="solid"/>
                    </a:lnL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  <a:solidFill>
                      <a:srgbClr val="496B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486754"/>
                      </a:solidFill>
                      <a:prstDash val="solid"/>
                    </a:lnR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6" name="object 146"/>
          <p:cNvSpPr txBox="1"/>
          <p:nvPr/>
        </p:nvSpPr>
        <p:spPr>
          <a:xfrm>
            <a:off x="1101860" y="11258259"/>
            <a:ext cx="19177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496B8E"/>
                </a:solidFill>
                <a:latin typeface="Arial"/>
                <a:cs typeface="Arial"/>
              </a:rPr>
              <a:t>Details</a:t>
            </a:r>
            <a:endParaRPr sz="4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729214" y="11241640"/>
            <a:ext cx="0" cy="147320"/>
          </a:xfrm>
          <a:custGeom>
            <a:avLst/>
            <a:gdLst/>
            <a:ahLst/>
            <a:cxnLst/>
            <a:rect l="l" t="t" r="r" b="b"/>
            <a:pathLst>
              <a:path h="147320">
                <a:moveTo>
                  <a:pt x="0" y="147221"/>
                </a:moveTo>
                <a:lnTo>
                  <a:pt x="0" y="0"/>
                </a:lnTo>
              </a:path>
            </a:pathLst>
          </a:custGeom>
          <a:ln w="3807">
            <a:solidFill>
              <a:srgbClr val="4867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1727310" y="11241640"/>
            <a:ext cx="560070" cy="147320"/>
            <a:chOff x="1727310" y="11241640"/>
            <a:chExt cx="560070" cy="147320"/>
          </a:xfrm>
        </p:grpSpPr>
        <p:sp>
          <p:nvSpPr>
            <p:cNvPr id="32" name="object 32"/>
            <p:cNvSpPr/>
            <p:nvPr/>
          </p:nvSpPr>
          <p:spPr>
            <a:xfrm>
              <a:off x="2285101" y="11241640"/>
              <a:ext cx="0" cy="147320"/>
            </a:xfrm>
            <a:custGeom>
              <a:avLst/>
              <a:gdLst/>
              <a:ahLst/>
              <a:cxnLst/>
              <a:rect l="l" t="t" r="r" b="b"/>
              <a:pathLst>
                <a:path h="147320">
                  <a:moveTo>
                    <a:pt x="0" y="147221"/>
                  </a:moveTo>
                  <a:lnTo>
                    <a:pt x="0" y="0"/>
                  </a:lnTo>
                </a:path>
              </a:pathLst>
            </a:custGeom>
            <a:ln w="3807">
              <a:solidFill>
                <a:srgbClr val="486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27310" y="11243543"/>
              <a:ext cx="560070" cy="0"/>
            </a:xfrm>
            <a:custGeom>
              <a:avLst/>
              <a:gdLst/>
              <a:ahLst/>
              <a:cxnLst/>
              <a:rect l="l" t="t" r="r" b="b"/>
              <a:pathLst>
                <a:path w="560069">
                  <a:moveTo>
                    <a:pt x="0" y="0"/>
                  </a:moveTo>
                  <a:lnTo>
                    <a:pt x="559694" y="0"/>
                  </a:lnTo>
                </a:path>
              </a:pathLst>
            </a:custGeom>
            <a:ln w="3807">
              <a:solidFill>
                <a:srgbClr val="486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727310" y="11386954"/>
              <a:ext cx="560070" cy="0"/>
            </a:xfrm>
            <a:custGeom>
              <a:avLst/>
              <a:gdLst/>
              <a:ahLst/>
              <a:cxnLst/>
              <a:rect l="l" t="t" r="r" b="b"/>
              <a:pathLst>
                <a:path w="560069">
                  <a:moveTo>
                    <a:pt x="0" y="0"/>
                  </a:moveTo>
                  <a:lnTo>
                    <a:pt x="559694" y="0"/>
                  </a:lnTo>
                </a:path>
              </a:pathLst>
            </a:custGeom>
            <a:ln w="3807">
              <a:solidFill>
                <a:srgbClr val="486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1" name="object 111"/>
          <p:cNvGrpSpPr/>
          <p:nvPr/>
        </p:nvGrpSpPr>
        <p:grpSpPr>
          <a:xfrm>
            <a:off x="1871993" y="11227994"/>
            <a:ext cx="297815" cy="154940"/>
            <a:chOff x="1871993" y="11227994"/>
            <a:chExt cx="297815" cy="154940"/>
          </a:xfrm>
        </p:grpSpPr>
        <p:pic>
          <p:nvPicPr>
            <p:cNvPr id="112" name="object 11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879925" y="11279554"/>
              <a:ext cx="281592" cy="51559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871993" y="11227994"/>
              <a:ext cx="297456" cy="154677"/>
            </a:xfrm>
            <a:prstGeom prst="rect">
              <a:avLst/>
            </a:prstGeom>
          </p:spPr>
        </p:pic>
      </p:grpSp>
      <p:sp>
        <p:nvSpPr>
          <p:cNvPr id="178" name="object 178"/>
          <p:cNvSpPr txBox="1"/>
          <p:nvPr/>
        </p:nvSpPr>
        <p:spPr>
          <a:xfrm>
            <a:off x="2525686" y="11258259"/>
            <a:ext cx="19177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496B70"/>
                </a:solidFill>
                <a:latin typeface="Arial"/>
                <a:cs typeface="Arial"/>
              </a:rPr>
              <a:t>Details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281592" y="11604771"/>
            <a:ext cx="289560" cy="123189"/>
            <a:chOff x="281592" y="11604771"/>
            <a:chExt cx="289560" cy="123189"/>
          </a:xfrm>
        </p:grpSpPr>
        <p:pic>
          <p:nvPicPr>
            <p:cNvPr id="84" name="object 84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81592" y="11604771"/>
              <a:ext cx="289524" cy="122948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81592" y="11604771"/>
              <a:ext cx="289524" cy="122948"/>
            </a:xfrm>
            <a:prstGeom prst="rect">
              <a:avLst/>
            </a:prstGeom>
          </p:spPr>
        </p:pic>
      </p:grpSp>
      <p:pic>
        <p:nvPicPr>
          <p:cNvPr id="3" name="object 3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971691" y="11799110"/>
            <a:ext cx="91219" cy="230033"/>
          </a:xfrm>
          <a:prstGeom prst="rect">
            <a:avLst/>
          </a:prstGeom>
        </p:spPr>
      </p:pic>
      <p:sp>
        <p:nvSpPr>
          <p:cNvPr id="145" name="object 145"/>
          <p:cNvSpPr txBox="1"/>
          <p:nvPr/>
        </p:nvSpPr>
        <p:spPr>
          <a:xfrm>
            <a:off x="294345" y="12355565"/>
            <a:ext cx="1084580" cy="35687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330"/>
              </a:spcBef>
            </a:pPr>
            <a:r>
              <a:rPr sz="300" spc="10" dirty="0">
                <a:solidFill>
                  <a:srgbClr val="4997C1"/>
                </a:solidFill>
                <a:latin typeface="Arial"/>
                <a:cs typeface="Arial"/>
              </a:rPr>
              <a:t>S</a:t>
            </a:r>
            <a:r>
              <a:rPr sz="300" spc="10" dirty="0">
                <a:solidFill>
                  <a:srgbClr val="497E70"/>
                </a:solidFill>
                <a:latin typeface="Arial"/>
                <a:cs typeface="Arial"/>
              </a:rPr>
              <a:t>M</a:t>
            </a:r>
            <a:r>
              <a:rPr sz="300" dirty="0">
                <a:solidFill>
                  <a:srgbClr val="497E70"/>
                </a:solidFill>
                <a:latin typeface="Arial"/>
                <a:cs typeface="Arial"/>
              </a:rPr>
              <a:t> </a:t>
            </a:r>
            <a:r>
              <a:rPr sz="300" spc="10" dirty="0">
                <a:solidFill>
                  <a:srgbClr val="496B56"/>
                </a:solidFill>
                <a:latin typeface="Arial"/>
                <a:cs typeface="Arial"/>
              </a:rPr>
              <a:t>A</a:t>
            </a:r>
            <a:r>
              <a:rPr sz="300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00" spc="10" dirty="0">
                <a:solidFill>
                  <a:srgbClr val="496B8E"/>
                </a:solidFill>
                <a:latin typeface="Arial"/>
                <a:cs typeface="Arial"/>
              </a:rPr>
              <a:t>R</a:t>
            </a:r>
            <a:r>
              <a:rPr sz="300" spc="15" dirty="0">
                <a:solidFill>
                  <a:srgbClr val="496B8E"/>
                </a:solidFill>
                <a:latin typeface="Arial"/>
                <a:cs typeface="Arial"/>
              </a:rPr>
              <a:t> </a:t>
            </a:r>
            <a:r>
              <a:rPr sz="300" spc="10" dirty="0">
                <a:solidFill>
                  <a:srgbClr val="666B56"/>
                </a:solidFill>
                <a:latin typeface="Arial"/>
                <a:cs typeface="Arial"/>
              </a:rPr>
              <a:t>7</a:t>
            </a:r>
            <a:r>
              <a:rPr sz="300" spc="215" dirty="0">
                <a:solidFill>
                  <a:srgbClr val="666B56"/>
                </a:solidFill>
                <a:latin typeface="Arial"/>
                <a:cs typeface="Arial"/>
              </a:rPr>
              <a:t> </a:t>
            </a:r>
            <a:r>
              <a:rPr sz="300" spc="10" dirty="0">
                <a:solidFill>
                  <a:srgbClr val="66AFDB"/>
                </a:solidFill>
                <a:latin typeface="Arial"/>
                <a:cs typeface="Arial"/>
              </a:rPr>
              <a:t>D</a:t>
            </a:r>
            <a:r>
              <a:rPr sz="300" spc="10" dirty="0">
                <a:solidFill>
                  <a:srgbClr val="497EA8"/>
                </a:solidFill>
                <a:latin typeface="Arial"/>
                <a:cs typeface="Arial"/>
              </a:rPr>
              <a:t>E </a:t>
            </a:r>
            <a:r>
              <a:rPr sz="300" spc="10" dirty="0">
                <a:solidFill>
                  <a:srgbClr val="496B56"/>
                </a:solidFill>
                <a:latin typeface="Arial"/>
                <a:cs typeface="Arial"/>
              </a:rPr>
              <a:t>VI</a:t>
            </a:r>
            <a:r>
              <a:rPr sz="300" spc="-25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00" spc="10" dirty="0">
                <a:solidFill>
                  <a:srgbClr val="66AFDB"/>
                </a:solidFill>
                <a:latin typeface="Arial"/>
                <a:cs typeface="Arial"/>
              </a:rPr>
              <a:t>C</a:t>
            </a:r>
            <a:r>
              <a:rPr sz="300" spc="-15" dirty="0">
                <a:solidFill>
                  <a:srgbClr val="66AFDB"/>
                </a:solidFill>
                <a:latin typeface="Arial"/>
                <a:cs typeface="Arial"/>
              </a:rPr>
              <a:t> </a:t>
            </a:r>
            <a:r>
              <a:rPr sz="300" spc="-50" dirty="0">
                <a:solidFill>
                  <a:srgbClr val="66AFDB"/>
                </a:solidFill>
                <a:latin typeface="Arial"/>
                <a:cs typeface="Arial"/>
              </a:rPr>
              <a:t>E</a:t>
            </a:r>
            <a:endParaRPr sz="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Echo</a:t>
            </a:r>
            <a:r>
              <a:rPr sz="600" spc="2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313131"/>
                </a:solidFill>
                <a:latin typeface="Arial"/>
                <a:cs typeface="Arial"/>
              </a:rPr>
              <a:t>Smart</a:t>
            </a:r>
            <a:r>
              <a:rPr sz="600" spc="11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313131"/>
                </a:solidFill>
                <a:latin typeface="Arial"/>
                <a:cs typeface="Arial"/>
              </a:rPr>
              <a:t>Speaker</a:t>
            </a:r>
            <a:endParaRPr sz="6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420"/>
              </a:spcBef>
            </a:pP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Bring</a:t>
            </a:r>
            <a:r>
              <a:rPr sz="400" spc="-1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5809C"/>
                </a:solidFill>
                <a:latin typeface="Arial"/>
                <a:cs typeface="Arial"/>
              </a:rPr>
              <a:t>music</a:t>
            </a:r>
            <a:r>
              <a:rPr sz="400" spc="-15" dirty="0">
                <a:solidFill>
                  <a:srgbClr val="75809C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and</a:t>
            </a:r>
            <a:r>
              <a:rPr sz="400" spc="-1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smart</a:t>
            </a:r>
            <a:r>
              <a:rPr sz="400" spc="-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features</a:t>
            </a:r>
            <a:r>
              <a:rPr sz="400" spc="-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E7E7E"/>
                </a:solidFill>
                <a:latin typeface="Arial"/>
                <a:cs typeface="Arial"/>
              </a:rPr>
              <a:t>into</a:t>
            </a: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590B3"/>
                </a:solidFill>
                <a:latin typeface="Arial"/>
                <a:cs typeface="Arial"/>
              </a:rPr>
              <a:t>your</a:t>
            </a:r>
            <a:r>
              <a:rPr sz="400" spc="5" dirty="0">
                <a:solidFill>
                  <a:srgbClr val="7590B3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75809C"/>
                </a:solidFill>
                <a:latin typeface="Arial"/>
                <a:cs typeface="Arial"/>
              </a:rPr>
              <a:t>room</a:t>
            </a:r>
            <a:endParaRPr sz="400">
              <a:latin typeface="Arial"/>
              <a:cs typeface="Arial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279203" y="12766558"/>
            <a:ext cx="314325" cy="33147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550" dirty="0">
                <a:solidFill>
                  <a:srgbClr val="A37C34"/>
                </a:solidFill>
                <a:latin typeface="Arial"/>
                <a:cs typeface="Arial"/>
              </a:rPr>
              <a:t>*</a:t>
            </a:r>
            <a:r>
              <a:rPr sz="550" spc="225" dirty="0">
                <a:solidFill>
                  <a:srgbClr val="A37C34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AC8E59"/>
                </a:solidFill>
                <a:latin typeface="Arial"/>
                <a:cs typeface="Arial"/>
              </a:rPr>
              <a:t>4315</a:t>
            </a:r>
            <a:endParaRPr sz="550">
              <a:latin typeface="Arial"/>
              <a:cs typeface="Arial"/>
            </a:endParaRPr>
          </a:p>
          <a:p>
            <a:pPr marL="33020">
              <a:lnSpc>
                <a:spcPct val="100000"/>
              </a:lnSpc>
              <a:spcBef>
                <a:spcPts val="535"/>
              </a:spcBef>
            </a:pPr>
            <a:r>
              <a:rPr sz="700" spc="-70" dirty="0">
                <a:solidFill>
                  <a:srgbClr val="313131"/>
                </a:solidFill>
                <a:latin typeface="Arial Black"/>
                <a:cs typeface="Arial Black"/>
              </a:rPr>
              <a:t>€2,999</a:t>
            </a:r>
            <a:endParaRPr sz="700">
              <a:latin typeface="Arial Black"/>
              <a:cs typeface="Arial Black"/>
            </a:endParaRPr>
          </a:p>
        </p:txBody>
      </p:sp>
      <p:pic>
        <p:nvPicPr>
          <p:cNvPr id="2" name="object 2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646472" y="13028600"/>
            <a:ext cx="154677" cy="39660"/>
          </a:xfrm>
          <a:prstGeom prst="rect">
            <a:avLst/>
          </a:prstGeom>
        </p:spPr>
      </p:pic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299518" y="13180899"/>
          <a:ext cx="555624" cy="142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486754"/>
                      </a:solidFill>
                      <a:prstDash val="solid"/>
                    </a:lnL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  <a:solidFill>
                      <a:srgbClr val="496B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486754"/>
                      </a:solidFill>
                      <a:prstDash val="solid"/>
                    </a:lnR>
                    <a:lnT w="6350">
                      <a:solidFill>
                        <a:srgbClr val="486754"/>
                      </a:solidFill>
                      <a:prstDash val="solid"/>
                    </a:lnT>
                    <a:lnB w="6350">
                      <a:solidFill>
                        <a:srgbClr val="4867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8" name="object 148"/>
          <p:cNvSpPr txBox="1"/>
          <p:nvPr/>
        </p:nvSpPr>
        <p:spPr>
          <a:xfrm>
            <a:off x="1101860" y="13197678"/>
            <a:ext cx="19177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496B8E"/>
                </a:solidFill>
                <a:latin typeface="Arial"/>
                <a:cs typeface="Arial"/>
              </a:rPr>
              <a:t>Details</a:t>
            </a:r>
            <a:endParaRPr sz="400">
              <a:latin typeface="Arial"/>
              <a:cs typeface="Arial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212118" y="13793099"/>
            <a:ext cx="1278255" cy="32321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900" spc="45" dirty="0">
                <a:solidFill>
                  <a:srgbClr val="313131"/>
                </a:solidFill>
                <a:latin typeface="Arial"/>
                <a:cs typeface="Arial"/>
              </a:rPr>
              <a:t>Product</a:t>
            </a:r>
            <a:r>
              <a:rPr sz="900" spc="9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13131"/>
                </a:solidFill>
                <a:latin typeface="Arial"/>
                <a:cs typeface="Arial"/>
              </a:rPr>
              <a:t>Comparison</a:t>
            </a:r>
            <a:endParaRPr sz="9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209"/>
              </a:spcBef>
            </a:pPr>
            <a:r>
              <a:rPr sz="550" spc="-80" dirty="0">
                <a:solidFill>
                  <a:srgbClr val="797979"/>
                </a:solidFill>
                <a:latin typeface="Arial"/>
                <a:cs typeface="Arial"/>
              </a:rPr>
              <a:t>Compare</a:t>
            </a:r>
            <a:r>
              <a:rPr sz="550" spc="4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550" spc="-65" dirty="0">
                <a:solidFill>
                  <a:srgbClr val="828282"/>
                </a:solidFill>
                <a:latin typeface="Arial"/>
                <a:cs typeface="Arial"/>
              </a:rPr>
              <a:t>prices</a:t>
            </a:r>
            <a:r>
              <a:rPr sz="550" spc="40" dirty="0">
                <a:solidFill>
                  <a:srgbClr val="828282"/>
                </a:solidFill>
                <a:latin typeface="Arial"/>
                <a:cs typeface="Arial"/>
              </a:rPr>
              <a:t> </a:t>
            </a:r>
            <a:r>
              <a:rPr sz="550" spc="-75" dirty="0">
                <a:solidFill>
                  <a:srgbClr val="797979"/>
                </a:solidFill>
                <a:latin typeface="Arial"/>
                <a:cs typeface="Arial"/>
              </a:rPr>
              <a:t>and</a:t>
            </a:r>
            <a:r>
              <a:rPr sz="550" spc="5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550" spc="-55" dirty="0">
                <a:solidFill>
                  <a:srgbClr val="797979"/>
                </a:solidFill>
                <a:latin typeface="Arial"/>
                <a:cs typeface="Arial"/>
              </a:rPr>
              <a:t>specifications</a:t>
            </a:r>
            <a:r>
              <a:rPr sz="550" spc="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550" spc="-65" dirty="0">
                <a:solidFill>
                  <a:srgbClr val="797979"/>
                </a:solidFill>
                <a:latin typeface="Arial"/>
                <a:cs typeface="Arial"/>
              </a:rPr>
              <a:t>before</a:t>
            </a:r>
            <a:r>
              <a:rPr sz="550" spc="4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550" spc="-45" dirty="0">
                <a:solidFill>
                  <a:srgbClr val="C69C77"/>
                </a:solidFill>
                <a:latin typeface="Arial"/>
                <a:cs typeface="Arial"/>
              </a:rPr>
              <a:t>choosing</a:t>
            </a:r>
            <a:endParaRPr sz="550">
              <a:latin typeface="Arial"/>
              <a:cs typeface="Arial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279520" y="14246046"/>
            <a:ext cx="579755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-35" dirty="0">
                <a:solidFill>
                  <a:srgbClr val="2D2D2D"/>
                </a:solidFill>
                <a:latin typeface="Arial"/>
                <a:cs typeface="Arial"/>
              </a:rPr>
              <a:t>Nexora</a:t>
            </a:r>
            <a:r>
              <a:rPr sz="550" spc="-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550" spc="-30" dirty="0">
                <a:solidFill>
                  <a:srgbClr val="267EBA"/>
                </a:solidFill>
                <a:latin typeface="Arial"/>
                <a:cs typeface="Arial"/>
              </a:rPr>
              <a:t>ProBook</a:t>
            </a:r>
            <a:r>
              <a:rPr sz="550" spc="15" dirty="0">
                <a:solidFill>
                  <a:srgbClr val="267EBA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4FA1DB"/>
                </a:solidFill>
                <a:latin typeface="Arial"/>
                <a:cs typeface="Arial"/>
              </a:rPr>
              <a:t>14</a:t>
            </a:r>
            <a:endParaRPr sz="550">
              <a:latin typeface="Arial"/>
              <a:cs typeface="Arial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1018790" y="14240758"/>
            <a:ext cx="964565" cy="114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130"/>
              </a:spcBef>
              <a:buChar char="•"/>
              <a:tabLst>
                <a:tab pos="185420" algn="l"/>
              </a:tabLst>
            </a:pPr>
            <a:r>
              <a:rPr sz="550" spc="-35" dirty="0">
                <a:solidFill>
                  <a:srgbClr val="2D2D2D"/>
                </a:solidFill>
                <a:latin typeface="Arial"/>
                <a:cs typeface="Arial"/>
              </a:rPr>
              <a:t>Nova</a:t>
            </a:r>
            <a:r>
              <a:rPr sz="550" spc="-1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550" spc="-35" dirty="0">
                <a:solidFill>
                  <a:srgbClr val="267EBA"/>
                </a:solidFill>
                <a:latin typeface="Arial"/>
                <a:cs typeface="Arial"/>
              </a:rPr>
              <a:t>Smartphone</a:t>
            </a:r>
            <a:r>
              <a:rPr sz="550" spc="45" dirty="0">
                <a:solidFill>
                  <a:srgbClr val="267EBA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4FA1DB"/>
                </a:solidFill>
                <a:latin typeface="Arial"/>
                <a:cs typeface="Arial"/>
              </a:rPr>
              <a:t>50</a:t>
            </a:r>
            <a:r>
              <a:rPr sz="550" spc="360" dirty="0">
                <a:solidFill>
                  <a:srgbClr val="4FA1DB"/>
                </a:solidFill>
                <a:latin typeface="Arial"/>
                <a:cs typeface="Arial"/>
              </a:rPr>
              <a:t>  </a:t>
            </a:r>
            <a:r>
              <a:rPr sz="550" spc="-50" dirty="0">
                <a:solidFill>
                  <a:srgbClr val="2D2D2D"/>
                </a:solidFill>
                <a:latin typeface="Arial"/>
                <a:cs typeface="Arial"/>
              </a:rPr>
              <a:t>•</a:t>
            </a:r>
            <a:endParaRPr sz="550">
              <a:latin typeface="Arial"/>
              <a:cs typeface="Arial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2046501" y="14214459"/>
            <a:ext cx="515620" cy="182880"/>
          </a:xfrm>
          <a:prstGeom prst="rect">
            <a:avLst/>
          </a:prstGeom>
          <a:solidFill>
            <a:srgbClr val="496B56"/>
          </a:solidFill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endParaRPr sz="350">
              <a:latin typeface="Times New Roman"/>
              <a:cs typeface="Times New Roman"/>
            </a:endParaRPr>
          </a:p>
          <a:p>
            <a:pPr marL="121285">
              <a:lnSpc>
                <a:spcPct val="100000"/>
              </a:lnSpc>
            </a:pPr>
            <a:r>
              <a:rPr sz="350" dirty="0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sz="350" spc="4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FFFFFF"/>
                </a:solidFill>
                <a:latin typeface="Arial"/>
                <a:cs typeface="Arial"/>
              </a:rPr>
              <a:t>re</a:t>
            </a:r>
            <a:r>
              <a:rPr sz="350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0" spc="-25" dirty="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endParaRPr sz="350">
              <a:latin typeface="Arial"/>
              <a:cs typeface="Arial"/>
            </a:endParaRPr>
          </a:p>
        </p:txBody>
      </p:sp>
      <p:graphicFrame>
        <p:nvGraphicFramePr>
          <p:cNvPr id="115" name="object 115"/>
          <p:cNvGraphicFramePr>
            <a:graphicFrameLocks noGrp="1"/>
          </p:cNvGraphicFramePr>
          <p:nvPr/>
        </p:nvGraphicFramePr>
        <p:xfrm>
          <a:off x="226067" y="14496050"/>
          <a:ext cx="2772410" cy="2074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49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55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Specificati</a:t>
                      </a:r>
                      <a:r>
                        <a:rPr sz="550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on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solidFill>
                      <a:srgbClr val="496B56"/>
                    </a:solidFill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550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Nexo</a:t>
                      </a:r>
                      <a:r>
                        <a:rPr sz="550" spc="-8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</a:t>
                      </a:r>
                      <a:r>
                        <a:rPr sz="550" spc="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ProBook</a:t>
                      </a:r>
                      <a:r>
                        <a:rPr sz="550" spc="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14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solidFill>
                      <a:srgbClr val="496B56"/>
                    </a:solidFill>
                  </a:tcPr>
                </a:tc>
                <a:tc>
                  <a:txBody>
                    <a:bodyPr/>
                    <a:lstStyle/>
                    <a:p>
                      <a:pPr marL="19748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55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Nova</a:t>
                      </a:r>
                      <a:r>
                        <a:rPr sz="550" spc="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5martpho</a:t>
                      </a:r>
                      <a:r>
                        <a:rPr sz="550" spc="-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ne</a:t>
                      </a:r>
                      <a:r>
                        <a:rPr sz="550" spc="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VG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68580" marB="0">
                    <a:solidFill>
                      <a:srgbClr val="496B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600" spc="-10" dirty="0">
                          <a:solidFill>
                            <a:srgbClr val="525252"/>
                          </a:solidFill>
                          <a:latin typeface="Arial"/>
                          <a:cs typeface="Arial"/>
                        </a:rPr>
                        <a:t>CaMgoq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64135" marB="0"/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550" spc="-10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Laptop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0485" marB="0"/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550" spc="-10" dirty="0">
                          <a:solidFill>
                            <a:srgbClr val="26599A"/>
                          </a:solidFill>
                          <a:latin typeface="Arial"/>
                          <a:cs typeface="Arial"/>
                        </a:rPr>
                        <a:t>Smartphone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04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550" spc="-10" dirty="0">
                          <a:solidFill>
                            <a:srgbClr val="525252"/>
                          </a:solidFill>
                          <a:latin typeface="Arial"/>
                          <a:cs typeface="Arial"/>
                        </a:rPr>
                        <a:t>Price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3660" marB="0"/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550" spc="-10" dirty="0">
                          <a:solidFill>
                            <a:srgbClr val="26599A"/>
                          </a:solidFill>
                          <a:latin typeface="Arial"/>
                          <a:cs typeface="Arial"/>
                        </a:rPr>
                        <a:t>764,999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3660" marB="0"/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550" spc="-10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Z24,999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366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395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550" spc="-10" dirty="0">
                          <a:solidFill>
                            <a:srgbClr val="525252"/>
                          </a:solidFill>
                          <a:latin typeface="Arial"/>
                          <a:cs typeface="Arial"/>
                        </a:rPr>
                        <a:t>Discount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4930" marB="0"/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550" spc="-25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13%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4930" marB="0"/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550" spc="-25" dirty="0">
                          <a:solidFill>
                            <a:srgbClr val="263474"/>
                          </a:solidFill>
                          <a:latin typeface="Arial"/>
                          <a:cs typeface="Arial"/>
                        </a:rPr>
                        <a:t>17%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493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395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550" spc="-10" dirty="0">
                          <a:solidFill>
                            <a:srgbClr val="525252"/>
                          </a:solidFill>
                          <a:latin typeface="Arial"/>
                          <a:cs typeface="Arial"/>
                        </a:rPr>
                        <a:t>Rating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3025" marB="0"/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550" spc="-35" dirty="0">
                          <a:solidFill>
                            <a:srgbClr val="484848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550" spc="-40" dirty="0">
                          <a:solidFill>
                            <a:srgbClr val="4848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solidFill>
                            <a:srgbClr val="484848"/>
                          </a:solidFill>
                          <a:latin typeface="Arial"/>
                          <a:cs typeface="Arial"/>
                        </a:rPr>
                        <a:t>8</a:t>
                      </a:r>
                      <a:r>
                        <a:rPr sz="550" spc="-35" dirty="0">
                          <a:solidFill>
                            <a:srgbClr val="4848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dirty="0">
                          <a:solidFill>
                            <a:srgbClr val="9C5952"/>
                          </a:solidFill>
                          <a:latin typeface="Arial"/>
                          <a:cs typeface="Arial"/>
                        </a:rPr>
                        <a:t>/ </a:t>
                      </a:r>
                      <a:r>
                        <a:rPr sz="550" spc="-50" dirty="0">
                          <a:solidFill>
                            <a:srgbClr val="263474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3025" marB="0"/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550" spc="-20" dirty="0">
                          <a:solidFill>
                            <a:srgbClr val="26599A"/>
                          </a:solidFill>
                          <a:latin typeface="Arial"/>
                          <a:cs typeface="Arial"/>
                        </a:rPr>
                        <a:t>4.6</a:t>
                      </a:r>
                      <a:r>
                        <a:rPr sz="550" spc="-10" dirty="0">
                          <a:solidFill>
                            <a:srgbClr val="26599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30" dirty="0">
                          <a:solidFill>
                            <a:srgbClr val="723474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550" spc="-20" dirty="0">
                          <a:solidFill>
                            <a:srgbClr val="72347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50" dirty="0">
                          <a:solidFill>
                            <a:srgbClr val="267EBA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30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395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550" spc="-10" dirty="0">
                          <a:solidFill>
                            <a:srgbClr val="525252"/>
                          </a:solidFill>
                          <a:latin typeface="Arial"/>
                          <a:cs typeface="Arial"/>
                        </a:rPr>
                        <a:t>Processor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4930" marB="0"/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550" spc="-25" dirty="0">
                          <a:solidFill>
                            <a:srgbClr val="484848"/>
                          </a:solidFill>
                          <a:latin typeface="Arial"/>
                          <a:cs typeface="Arial"/>
                        </a:rPr>
                        <a:t>Intel</a:t>
                      </a:r>
                      <a:r>
                        <a:rPr sz="550" spc="-5" dirty="0">
                          <a:solidFill>
                            <a:srgbClr val="48484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40" dirty="0">
                          <a:solidFill>
                            <a:srgbClr val="26599A"/>
                          </a:solidFill>
                          <a:latin typeface="Arial"/>
                          <a:cs typeface="Arial"/>
                        </a:rPr>
                        <a:t>Core</a:t>
                      </a:r>
                      <a:r>
                        <a:rPr sz="550" spc="10" dirty="0">
                          <a:solidFill>
                            <a:srgbClr val="26599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25" dirty="0">
                          <a:solidFill>
                            <a:srgbClr val="4FA1DB"/>
                          </a:solidFill>
                          <a:latin typeface="Arial"/>
                          <a:cs typeface="Arial"/>
                        </a:rPr>
                        <a:t>i5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4930" marB="0"/>
                </a:tc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550" spc="-90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Octa—</a:t>
                      </a:r>
                      <a:r>
                        <a:rPr sz="550" spc="-20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core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493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395"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550" spc="-25" dirty="0">
                          <a:solidFill>
                            <a:srgbClr val="525252"/>
                          </a:solidFill>
                          <a:latin typeface="Arial"/>
                          <a:cs typeface="Arial"/>
                        </a:rPr>
                        <a:t>RAM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3025" marB="0"/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550" spc="-25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16</a:t>
                      </a:r>
                      <a:r>
                        <a:rPr sz="550" spc="-30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25" dirty="0">
                          <a:solidFill>
                            <a:srgbClr val="263474"/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3025" marB="0"/>
                </a:tc>
                <a:tc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550" spc="-50" dirty="0">
                          <a:solidFill>
                            <a:srgbClr val="4FA1DB"/>
                          </a:solidFill>
                          <a:latin typeface="Arial"/>
                          <a:cs typeface="Arial"/>
                        </a:rPr>
                        <a:t>8</a:t>
                      </a:r>
                      <a:r>
                        <a:rPr sz="550" spc="-10" dirty="0">
                          <a:solidFill>
                            <a:srgbClr val="4FA1D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25" dirty="0">
                          <a:solidFill>
                            <a:srgbClr val="26599A"/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302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550" spc="-10" dirty="0">
                          <a:solidFill>
                            <a:srgbClr val="525252"/>
                          </a:solidFill>
                          <a:latin typeface="Arial"/>
                          <a:cs typeface="Arial"/>
                        </a:rPr>
                        <a:t>Storage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4930" marB="0"/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550" spc="-40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512</a:t>
                      </a:r>
                      <a:r>
                        <a:rPr sz="550" spc="5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35" dirty="0">
                          <a:solidFill>
                            <a:srgbClr val="263474"/>
                          </a:solidFill>
                          <a:latin typeface="Arial"/>
                          <a:cs typeface="Arial"/>
                        </a:rPr>
                        <a:t>GB</a:t>
                      </a:r>
                      <a:r>
                        <a:rPr sz="550" spc="5" dirty="0">
                          <a:solidFill>
                            <a:srgbClr val="26347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25" dirty="0">
                          <a:solidFill>
                            <a:srgbClr val="26599A"/>
                          </a:solidFill>
                          <a:latin typeface="Arial"/>
                          <a:cs typeface="Arial"/>
                        </a:rPr>
                        <a:t>SSD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4930" marB="0"/>
                </a:tc>
                <a:tc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550" spc="-30" dirty="0">
                          <a:solidFill>
                            <a:srgbClr val="267EBA"/>
                          </a:solidFill>
                          <a:latin typeface="Arial"/>
                          <a:cs typeface="Arial"/>
                        </a:rPr>
                        <a:t>256</a:t>
                      </a:r>
                      <a:r>
                        <a:rPr sz="550" spc="5" dirty="0">
                          <a:solidFill>
                            <a:srgbClr val="267EB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25" dirty="0">
                          <a:solidFill>
                            <a:srgbClr val="4FA1DB"/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493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69850">
                        <a:lnSpc>
                          <a:spcPts val="565"/>
                        </a:lnSpc>
                        <a:spcBef>
                          <a:spcPts val="590"/>
                        </a:spcBef>
                      </a:pPr>
                      <a:r>
                        <a:rPr sz="550" spc="-10" dirty="0">
                          <a:solidFill>
                            <a:srgbClr val="525252"/>
                          </a:solidFill>
                          <a:latin typeface="Arial"/>
                          <a:cs typeface="Arial"/>
                        </a:rPr>
                        <a:t>Display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4930" marB="0"/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ts val="565"/>
                        </a:lnSpc>
                        <a:spcBef>
                          <a:spcPts val="590"/>
                        </a:spcBef>
                      </a:pPr>
                      <a:r>
                        <a:rPr sz="550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14inch</a:t>
                      </a:r>
                      <a:r>
                        <a:rPr sz="550" spc="5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25" dirty="0">
                          <a:solidFill>
                            <a:srgbClr val="263452"/>
                          </a:solidFill>
                          <a:latin typeface="Arial"/>
                          <a:cs typeface="Arial"/>
                        </a:rPr>
                        <a:t>FHD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4930" marB="0"/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ts val="565"/>
                        </a:lnSpc>
                        <a:spcBef>
                          <a:spcPts val="590"/>
                        </a:spcBef>
                      </a:pPr>
                      <a:r>
                        <a:rPr sz="550" spc="-35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6.7-</a:t>
                      </a:r>
                      <a:r>
                        <a:rPr sz="550" spc="-30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inch</a:t>
                      </a:r>
                      <a:r>
                        <a:rPr sz="550" spc="20" dirty="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550" spc="-10" dirty="0">
                          <a:solidFill>
                            <a:srgbClr val="267EBA"/>
                          </a:solidFill>
                          <a:latin typeface="Arial"/>
                          <a:cs typeface="Arial"/>
                        </a:rPr>
                        <a:t>AMOLED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7493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3" name="object 153"/>
          <p:cNvSpPr txBox="1"/>
          <p:nvPr/>
        </p:nvSpPr>
        <p:spPr>
          <a:xfrm>
            <a:off x="212118" y="17027236"/>
            <a:ext cx="1132205" cy="35115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900" spc="45" dirty="0">
                <a:solidFill>
                  <a:srgbClr val="313131"/>
                </a:solidFill>
                <a:latin typeface="Arial"/>
                <a:cs typeface="Arial"/>
              </a:rPr>
              <a:t>Product</a:t>
            </a:r>
            <a:r>
              <a:rPr sz="900" spc="10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13131"/>
                </a:solidFill>
                <a:latin typeface="Arial"/>
                <a:cs typeface="Arial"/>
              </a:rPr>
              <a:t>Spotlight</a:t>
            </a:r>
            <a:endParaRPr sz="9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309"/>
              </a:spcBef>
            </a:pPr>
            <a:r>
              <a:rPr sz="450" spc="-10" dirty="0">
                <a:solidFill>
                  <a:srgbClr val="9A8077"/>
                </a:solidFill>
                <a:latin typeface="Arial"/>
                <a:cs typeface="Arial"/>
              </a:rPr>
              <a:t>Discover</a:t>
            </a:r>
            <a:r>
              <a:rPr sz="450" spc="50" dirty="0">
                <a:solidFill>
                  <a:srgbClr val="9A8077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797979"/>
                </a:solidFill>
                <a:latin typeface="Arial"/>
                <a:cs typeface="Arial"/>
              </a:rPr>
              <a:t>detailed</a:t>
            </a:r>
            <a:r>
              <a:rPr sz="450" spc="4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97979"/>
                </a:solidFill>
                <a:latin typeface="Arial"/>
                <a:cs typeface="Arial"/>
              </a:rPr>
              <a:t>specifications</a:t>
            </a:r>
            <a:r>
              <a:rPr sz="450" spc="-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C69C77"/>
                </a:solidFill>
                <a:latin typeface="Arial"/>
                <a:cs typeface="Arial"/>
              </a:rPr>
              <a:t>and</a:t>
            </a:r>
            <a:r>
              <a:rPr sz="450" spc="30" dirty="0">
                <a:solidFill>
                  <a:srgbClr val="C69C77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58EAC"/>
                </a:solidFill>
                <a:latin typeface="Arial"/>
                <a:cs typeface="Arial"/>
              </a:rPr>
              <a:t>features.</a:t>
            </a:r>
            <a:endParaRPr sz="450">
              <a:latin typeface="Arial"/>
              <a:cs typeface="Arial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1499246" y="17611934"/>
            <a:ext cx="228600" cy="76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0" dirty="0">
                <a:solidFill>
                  <a:srgbClr val="666B56"/>
                </a:solidFill>
                <a:latin typeface="Arial"/>
                <a:cs typeface="Arial"/>
              </a:rPr>
              <a:t>L</a:t>
            </a:r>
            <a:r>
              <a:rPr sz="300" spc="-20" dirty="0">
                <a:solidFill>
                  <a:srgbClr val="666B56"/>
                </a:solidFill>
                <a:latin typeface="Arial"/>
                <a:cs typeface="Arial"/>
              </a:rPr>
              <a:t> </a:t>
            </a:r>
            <a:r>
              <a:rPr sz="300" i="1" dirty="0">
                <a:solidFill>
                  <a:srgbClr val="4997C1"/>
                </a:solidFill>
                <a:latin typeface="Arial"/>
                <a:cs typeface="Arial"/>
              </a:rPr>
              <a:t>A</a:t>
            </a:r>
            <a:r>
              <a:rPr sz="300" i="1" spc="15" dirty="0">
                <a:solidFill>
                  <a:srgbClr val="4997C1"/>
                </a:solidFill>
                <a:latin typeface="Arial"/>
                <a:cs typeface="Arial"/>
              </a:rPr>
              <a:t> </a:t>
            </a:r>
            <a:r>
              <a:rPr sz="300" spc="-20" dirty="0">
                <a:solidFill>
                  <a:srgbClr val="496B8E"/>
                </a:solidFill>
                <a:latin typeface="Arial"/>
                <a:cs typeface="Arial"/>
              </a:rPr>
              <a:t>P</a:t>
            </a:r>
            <a:r>
              <a:rPr sz="300" spc="-5" dirty="0">
                <a:solidFill>
                  <a:srgbClr val="496B8E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666B56"/>
                </a:solidFill>
                <a:latin typeface="Arial"/>
                <a:cs typeface="Arial"/>
              </a:rPr>
              <a:t>7</a:t>
            </a:r>
            <a:r>
              <a:rPr sz="300" spc="25" dirty="0">
                <a:solidFill>
                  <a:srgbClr val="666B56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496B56"/>
                </a:solidFill>
                <a:latin typeface="Arial"/>
                <a:cs typeface="Arial"/>
              </a:rPr>
              <a:t>O</a:t>
            </a:r>
            <a:r>
              <a:rPr sz="300" spc="-20" dirty="0">
                <a:solidFill>
                  <a:srgbClr val="496B56"/>
                </a:solidFill>
                <a:latin typeface="Arial"/>
                <a:cs typeface="Arial"/>
              </a:rPr>
              <a:t> </a:t>
            </a:r>
            <a:r>
              <a:rPr sz="300" spc="-60" dirty="0">
                <a:solidFill>
                  <a:srgbClr val="497EA8"/>
                </a:solidFill>
                <a:latin typeface="Arial"/>
                <a:cs typeface="Arial"/>
              </a:rPr>
              <a:t>P</a:t>
            </a:r>
            <a:endParaRPr sz="300">
              <a:latin typeface="Arial"/>
              <a:cs typeface="Arial"/>
            </a:endParaRPr>
          </a:p>
        </p:txBody>
      </p:sp>
      <p:pic>
        <p:nvPicPr>
          <p:cNvPr id="27" name="object 27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646472" y="18168649"/>
            <a:ext cx="436269" cy="404540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618075" y="18628080"/>
            <a:ext cx="500380" cy="40640"/>
            <a:chOff x="618075" y="18628080"/>
            <a:chExt cx="500380" cy="40640"/>
          </a:xfrm>
        </p:grpSpPr>
        <p:sp>
          <p:nvSpPr>
            <p:cNvPr id="21" name="object 21"/>
            <p:cNvSpPr/>
            <p:nvPr/>
          </p:nvSpPr>
          <p:spPr>
            <a:xfrm>
              <a:off x="625689" y="18664250"/>
              <a:ext cx="488950" cy="0"/>
            </a:xfrm>
            <a:custGeom>
              <a:avLst/>
              <a:gdLst/>
              <a:ahLst/>
              <a:cxnLst/>
              <a:rect l="l" t="t" r="r" b="b"/>
              <a:pathLst>
                <a:path w="488950">
                  <a:moveTo>
                    <a:pt x="0" y="0"/>
                  </a:moveTo>
                  <a:lnTo>
                    <a:pt x="488622" y="0"/>
                  </a:lnTo>
                </a:path>
              </a:pathLst>
            </a:custGeom>
            <a:ln w="88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8075" y="18656635"/>
              <a:ext cx="500380" cy="0"/>
            </a:xfrm>
            <a:custGeom>
              <a:avLst/>
              <a:gdLst/>
              <a:ahLst/>
              <a:cxnLst/>
              <a:rect l="l" t="t" r="r" b="b"/>
              <a:pathLst>
                <a:path w="500380">
                  <a:moveTo>
                    <a:pt x="0" y="0"/>
                  </a:moveTo>
                  <a:lnTo>
                    <a:pt x="500044" y="0"/>
                  </a:lnTo>
                </a:path>
              </a:pathLst>
            </a:custGeom>
            <a:ln w="88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76718" y="18628080"/>
              <a:ext cx="187960" cy="8890"/>
            </a:xfrm>
            <a:custGeom>
              <a:avLst/>
              <a:gdLst/>
              <a:ahLst/>
              <a:cxnLst/>
              <a:rect l="l" t="t" r="r" b="b"/>
              <a:pathLst>
                <a:path w="187959" h="8890">
                  <a:moveTo>
                    <a:pt x="0" y="0"/>
                  </a:moveTo>
                  <a:lnTo>
                    <a:pt x="187833" y="0"/>
                  </a:lnTo>
                  <a:lnTo>
                    <a:pt x="187833" y="8884"/>
                  </a:lnTo>
                  <a:lnTo>
                    <a:pt x="0" y="8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653611" y="18573506"/>
            <a:ext cx="429259" cy="59690"/>
            <a:chOff x="653611" y="18573506"/>
            <a:chExt cx="429259" cy="59690"/>
          </a:xfrm>
        </p:grpSpPr>
        <p:sp>
          <p:nvSpPr>
            <p:cNvPr id="25" name="object 25"/>
            <p:cNvSpPr/>
            <p:nvPr/>
          </p:nvSpPr>
          <p:spPr>
            <a:xfrm>
              <a:off x="772911" y="18624272"/>
              <a:ext cx="191770" cy="8890"/>
            </a:xfrm>
            <a:custGeom>
              <a:avLst/>
              <a:gdLst/>
              <a:ahLst/>
              <a:cxnLst/>
              <a:rect l="l" t="t" r="r" b="b"/>
              <a:pathLst>
                <a:path w="191769" h="8890">
                  <a:moveTo>
                    <a:pt x="0" y="0"/>
                  </a:moveTo>
                  <a:lnTo>
                    <a:pt x="191641" y="0"/>
                  </a:lnTo>
                  <a:lnTo>
                    <a:pt x="191641" y="8884"/>
                  </a:lnTo>
                  <a:lnTo>
                    <a:pt x="0" y="8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53611" y="18577948"/>
              <a:ext cx="429259" cy="0"/>
            </a:xfrm>
            <a:custGeom>
              <a:avLst/>
              <a:gdLst/>
              <a:ahLst/>
              <a:cxnLst/>
              <a:rect l="l" t="t" r="r" b="b"/>
              <a:pathLst>
                <a:path w="429259">
                  <a:moveTo>
                    <a:pt x="0" y="0"/>
                  </a:moveTo>
                  <a:lnTo>
                    <a:pt x="428972" y="0"/>
                  </a:lnTo>
                </a:path>
              </a:pathLst>
            </a:custGeom>
            <a:ln w="88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1" name="object 121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610777" y="18602935"/>
            <a:ext cx="509642" cy="73372"/>
          </a:xfrm>
          <a:prstGeom prst="rect">
            <a:avLst/>
          </a:prstGeom>
        </p:spPr>
      </p:pic>
      <p:sp>
        <p:nvSpPr>
          <p:cNvPr id="177" name="object 177"/>
          <p:cNvSpPr txBox="1"/>
          <p:nvPr/>
        </p:nvSpPr>
        <p:spPr>
          <a:xfrm>
            <a:off x="1496941" y="17726950"/>
            <a:ext cx="1178560" cy="1240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313131"/>
                </a:solidFill>
                <a:latin typeface="Arial"/>
                <a:cs typeface="Arial"/>
              </a:rPr>
              <a:t>Nexora</a:t>
            </a:r>
            <a:r>
              <a:rPr sz="900" spc="-2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13131"/>
                </a:solidFill>
                <a:latin typeface="Arial"/>
                <a:cs typeface="Arial"/>
              </a:rPr>
              <a:t>ProBook</a:t>
            </a:r>
            <a:r>
              <a:rPr sz="900" spc="-25" dirty="0">
                <a:solidFill>
                  <a:srgbClr val="313131"/>
                </a:solidFill>
                <a:latin typeface="Arial"/>
                <a:cs typeface="Arial"/>
              </a:rPr>
              <a:t> 14</a:t>
            </a:r>
            <a:endParaRPr sz="90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  <a:spcBef>
                <a:spcPts val="650"/>
              </a:spcBef>
            </a:pPr>
            <a:r>
              <a:rPr sz="700" spc="-10" dirty="0">
                <a:solidFill>
                  <a:srgbClr val="313131"/>
                </a:solidFill>
                <a:latin typeface="Arial"/>
                <a:cs typeface="Arial"/>
              </a:rPr>
              <a:t>€64,999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550" spc="-30" dirty="0">
                <a:solidFill>
                  <a:srgbClr val="797979"/>
                </a:solidFill>
                <a:latin typeface="Arial"/>
                <a:cs typeface="Arial"/>
              </a:rPr>
              <a:t>Powerful</a:t>
            </a:r>
            <a:r>
              <a:rPr sz="55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550" spc="-35" dirty="0">
                <a:solidFill>
                  <a:srgbClr val="797979"/>
                </a:solidFill>
                <a:latin typeface="Arial"/>
                <a:cs typeface="Arial"/>
              </a:rPr>
              <a:t>performance</a:t>
            </a:r>
            <a:r>
              <a:rPr sz="550" spc="30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7590B3"/>
                </a:solidFill>
                <a:latin typeface="Arial"/>
                <a:cs typeface="Arial"/>
              </a:rPr>
              <a:t>for</a:t>
            </a:r>
            <a:r>
              <a:rPr sz="550" dirty="0">
                <a:solidFill>
                  <a:srgbClr val="7590B3"/>
                </a:solidFill>
                <a:latin typeface="Arial"/>
                <a:cs typeface="Arial"/>
              </a:rPr>
              <a:t> </a:t>
            </a:r>
            <a:r>
              <a:rPr sz="550" spc="-30" dirty="0">
                <a:solidFill>
                  <a:srgbClr val="758087"/>
                </a:solidFill>
                <a:latin typeface="Arial"/>
                <a:cs typeface="Arial"/>
              </a:rPr>
              <a:t>work</a:t>
            </a:r>
            <a:r>
              <a:rPr sz="550" spc="25" dirty="0">
                <a:solidFill>
                  <a:srgbClr val="758087"/>
                </a:solidFill>
                <a:latin typeface="Arial"/>
                <a:cs typeface="Arial"/>
              </a:rPr>
              <a:t> </a:t>
            </a:r>
            <a:r>
              <a:rPr sz="550" spc="-35" dirty="0">
                <a:solidFill>
                  <a:srgbClr val="7590B3"/>
                </a:solidFill>
                <a:latin typeface="Arial"/>
                <a:cs typeface="Arial"/>
              </a:rPr>
              <a:t>and</a:t>
            </a:r>
            <a:r>
              <a:rPr sz="550" spc="-5" dirty="0">
                <a:solidFill>
                  <a:srgbClr val="7590B3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797979"/>
                </a:solidFill>
                <a:latin typeface="Arial"/>
                <a:cs typeface="Arial"/>
              </a:rPr>
              <a:t>study</a:t>
            </a:r>
            <a:endParaRPr sz="550">
              <a:latin typeface="Arial"/>
              <a:cs typeface="Arial"/>
            </a:endParaRPr>
          </a:p>
          <a:p>
            <a:pPr marL="12700" marR="361950">
              <a:lnSpc>
                <a:spcPct val="208199"/>
              </a:lnSpc>
              <a:spcBef>
                <a:spcPts val="284"/>
              </a:spcBef>
              <a:tabLst>
                <a:tab pos="466090" algn="l"/>
              </a:tabLst>
            </a:pPr>
            <a:r>
              <a:rPr sz="550" spc="-10" dirty="0">
                <a:solidFill>
                  <a:srgbClr val="313131"/>
                </a:solidFill>
                <a:latin typeface="Arial"/>
                <a:cs typeface="Arial"/>
              </a:rPr>
              <a:t>Processor</a:t>
            </a:r>
            <a:r>
              <a:rPr sz="550" dirty="0">
                <a:solidFill>
                  <a:srgbClr val="313131"/>
                </a:solidFill>
                <a:latin typeface="Arial"/>
                <a:cs typeface="Arial"/>
              </a:rPr>
              <a:t>	</a:t>
            </a:r>
            <a:r>
              <a:rPr sz="550" spc="-14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606060"/>
                </a:solidFill>
                <a:latin typeface="Arial"/>
                <a:cs typeface="Arial"/>
              </a:rPr>
              <a:t>Intel</a:t>
            </a:r>
            <a:r>
              <a:rPr sz="550" spc="-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550" spc="-40" dirty="0">
                <a:solidFill>
                  <a:srgbClr val="5B7EAC"/>
                </a:solidFill>
                <a:latin typeface="Arial"/>
                <a:cs typeface="Arial"/>
              </a:rPr>
              <a:t>Core</a:t>
            </a:r>
            <a:r>
              <a:rPr sz="550" spc="10" dirty="0">
                <a:solidFill>
                  <a:srgbClr val="5B7EAC"/>
                </a:solidFill>
                <a:latin typeface="Arial"/>
                <a:cs typeface="Arial"/>
              </a:rPr>
              <a:t> </a:t>
            </a:r>
            <a:r>
              <a:rPr sz="550" spc="-30" dirty="0">
                <a:solidFill>
                  <a:srgbClr val="75AFDD"/>
                </a:solidFill>
                <a:latin typeface="Arial"/>
                <a:cs typeface="Arial"/>
              </a:rPr>
              <a:t>i5</a:t>
            </a:r>
            <a:r>
              <a:rPr sz="550" spc="500" dirty="0">
                <a:solidFill>
                  <a:srgbClr val="75AFDD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313131"/>
                </a:solidFill>
                <a:latin typeface="Arial"/>
                <a:cs typeface="Arial"/>
              </a:rPr>
              <a:t>RAM</a:t>
            </a:r>
            <a:r>
              <a:rPr sz="550" dirty="0">
                <a:solidFill>
                  <a:srgbClr val="313131"/>
                </a:solidFill>
                <a:latin typeface="Arial"/>
                <a:cs typeface="Arial"/>
              </a:rPr>
              <a:t>	</a:t>
            </a:r>
            <a:r>
              <a:rPr sz="550" spc="-10" dirty="0">
                <a:solidFill>
                  <a:srgbClr val="606060"/>
                </a:solidFill>
                <a:latin typeface="Arial"/>
                <a:cs typeface="Arial"/>
              </a:rPr>
              <a:t>16</a:t>
            </a:r>
            <a:r>
              <a:rPr sz="550" spc="-30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606060"/>
                </a:solidFill>
                <a:latin typeface="Arial"/>
                <a:cs typeface="Arial"/>
              </a:rPr>
              <a:t>GB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55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tabLst>
                <a:tab pos="466725" algn="l"/>
              </a:tabLst>
            </a:pPr>
            <a:r>
              <a:rPr sz="550" spc="-10" dirty="0">
                <a:solidFill>
                  <a:srgbClr val="313131"/>
                </a:solidFill>
                <a:latin typeface="Arial"/>
                <a:cs typeface="Arial"/>
              </a:rPr>
              <a:t>Storage</a:t>
            </a:r>
            <a:r>
              <a:rPr sz="550" dirty="0">
                <a:solidFill>
                  <a:srgbClr val="313131"/>
                </a:solidFill>
                <a:latin typeface="Arial"/>
                <a:cs typeface="Arial"/>
              </a:rPr>
              <a:t>	</a:t>
            </a:r>
            <a:r>
              <a:rPr sz="550" spc="-40" dirty="0">
                <a:solidFill>
                  <a:srgbClr val="75AFDD"/>
                </a:solidFill>
                <a:latin typeface="Arial"/>
                <a:cs typeface="Arial"/>
              </a:rPr>
              <a:t>512</a:t>
            </a:r>
            <a:r>
              <a:rPr sz="550" spc="5" dirty="0">
                <a:solidFill>
                  <a:srgbClr val="75AFDD"/>
                </a:solidFill>
                <a:latin typeface="Arial"/>
                <a:cs typeface="Arial"/>
              </a:rPr>
              <a:t> </a:t>
            </a:r>
            <a:r>
              <a:rPr sz="550" spc="-35" dirty="0">
                <a:solidFill>
                  <a:srgbClr val="5B7EAC"/>
                </a:solidFill>
                <a:latin typeface="Arial"/>
                <a:cs typeface="Arial"/>
              </a:rPr>
              <a:t>GB</a:t>
            </a:r>
            <a:r>
              <a:rPr sz="550" spc="5" dirty="0">
                <a:solidFill>
                  <a:srgbClr val="5B7EAC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5B7EAC"/>
                </a:solidFill>
                <a:latin typeface="Arial"/>
                <a:cs typeface="Arial"/>
              </a:rPr>
              <a:t>SSD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66090" algn="l"/>
              </a:tabLst>
            </a:pPr>
            <a:r>
              <a:rPr sz="550" spc="-10" dirty="0">
                <a:solidFill>
                  <a:srgbClr val="313131"/>
                </a:solidFill>
                <a:latin typeface="Arial"/>
                <a:cs typeface="Arial"/>
              </a:rPr>
              <a:t>Display</a:t>
            </a:r>
            <a:r>
              <a:rPr sz="550" dirty="0">
                <a:solidFill>
                  <a:srgbClr val="313131"/>
                </a:solidFill>
                <a:latin typeface="Arial"/>
                <a:cs typeface="Arial"/>
              </a:rPr>
              <a:t>	</a:t>
            </a:r>
            <a:r>
              <a:rPr sz="550" spc="-40" dirty="0">
                <a:solidFill>
                  <a:srgbClr val="606060"/>
                </a:solidFill>
                <a:latin typeface="Arial"/>
                <a:cs typeface="Arial"/>
              </a:rPr>
              <a:t>14-</a:t>
            </a:r>
            <a:r>
              <a:rPr sz="550" spc="-30" dirty="0">
                <a:solidFill>
                  <a:srgbClr val="606060"/>
                </a:solidFill>
                <a:latin typeface="Arial"/>
                <a:cs typeface="Arial"/>
              </a:rPr>
              <a:t>inch</a:t>
            </a:r>
            <a:r>
              <a:rPr sz="550" spc="25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5B7EAC"/>
                </a:solidFill>
                <a:latin typeface="Arial"/>
                <a:cs typeface="Arial"/>
              </a:rPr>
              <a:t>FHD</a:t>
            </a:r>
            <a:endParaRPr sz="550">
              <a:latin typeface="Arial"/>
              <a:cs typeface="Arial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1501402" y="19092589"/>
          <a:ext cx="527685" cy="156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486754"/>
                      </a:solidFill>
                      <a:prstDash val="solid"/>
                    </a:lnL>
                    <a:lnR w="6350">
                      <a:solidFill>
                        <a:srgbClr val="486754"/>
                      </a:solidFill>
                      <a:prstDash val="solid"/>
                    </a:lnR>
                    <a:lnT w="12700">
                      <a:solidFill>
                        <a:srgbClr val="486754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">
                <a:tc>
                  <a:txBody>
                    <a:bodyPr/>
                    <a:lstStyle/>
                    <a:p>
                      <a:pPr marL="86995">
                        <a:lnSpc>
                          <a:spcPts val="245"/>
                        </a:lnSpc>
                      </a:pPr>
                      <a:r>
                        <a:rPr sz="35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</a:t>
                      </a:r>
                      <a:r>
                        <a:rPr sz="350" spc="9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50" dirty="0">
                          <a:solidFill>
                            <a:srgbClr val="496B56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350" spc="65" dirty="0">
                          <a:solidFill>
                            <a:srgbClr val="496B5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ro</a:t>
                      </a:r>
                      <a:r>
                        <a:rPr sz="350" spc="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50" spc="-10" dirty="0">
                          <a:solidFill>
                            <a:srgbClr val="496B56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350" spc="-55" dirty="0">
                          <a:solidFill>
                            <a:srgbClr val="496B5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5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an</a:t>
                      </a:r>
                      <a:endParaRPr sz="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486754"/>
                      </a:solidFill>
                      <a:prstDash val="solid"/>
                    </a:lnL>
                    <a:lnR w="6350">
                      <a:solidFill>
                        <a:srgbClr val="486754"/>
                      </a:solidFill>
                      <a:prstDash val="solid"/>
                    </a:lnR>
                    <a:solidFill>
                      <a:srgbClr val="496B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486754"/>
                      </a:solidFill>
                      <a:prstDash val="solid"/>
                    </a:lnL>
                    <a:lnR w="6350">
                      <a:solidFill>
                        <a:srgbClr val="486754"/>
                      </a:solidFill>
                      <a:prstDash val="solid"/>
                    </a:lnR>
                    <a:lnB w="6350">
                      <a:solidFill>
                        <a:srgbClr val="48675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6" name="object 116"/>
          <p:cNvGrpSpPr/>
          <p:nvPr/>
        </p:nvGrpSpPr>
        <p:grpSpPr>
          <a:xfrm>
            <a:off x="0" y="19576609"/>
            <a:ext cx="3157220" cy="527685"/>
            <a:chOff x="0" y="19576609"/>
            <a:chExt cx="3157220" cy="527685"/>
          </a:xfrm>
        </p:grpSpPr>
        <p:pic>
          <p:nvPicPr>
            <p:cNvPr id="117" name="object 117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213622" y="19707490"/>
              <a:ext cx="801149" cy="55525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0" y="19810608"/>
              <a:ext cx="3157005" cy="71389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0" y="19913727"/>
              <a:ext cx="3157005" cy="71389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0" y="19576609"/>
              <a:ext cx="3157005" cy="527489"/>
            </a:xfrm>
            <a:prstGeom prst="rect">
              <a:avLst/>
            </a:prstGeom>
          </p:spPr>
        </p:pic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81" name="Slide Zoom 180">
                <a:extLst>
                  <a:ext uri="{FF2B5EF4-FFF2-40B4-BE49-F238E27FC236}">
                    <a16:creationId xmlns:a16="http://schemas.microsoft.com/office/drawing/2014/main" id="{255CB6C0-0B86-D6DE-3E1E-0A634FCB903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2923880"/>
                  </p:ext>
                </p:extLst>
              </p:nvPr>
            </p:nvGraphicFramePr>
            <p:xfrm>
              <a:off x="2229911" y="7500920"/>
              <a:ext cx="1889125" cy="4926033"/>
            </p:xfrm>
            <a:graphic>
              <a:graphicData uri="http://schemas.microsoft.com/office/powerpoint/2016/slidezoom">
                <pslz:sldZm>
                  <pslz:sldZmObj sldId="257" cId="0">
                    <pslz:zmPr id="{80B40863-1185-4D93-87A2-617002E79647}" returnToParent="0" transitionDur="1000">
                      <p166:blipFill xmlns:p166="http://schemas.microsoft.com/office/powerpoint/2016/6/main">
                        <a:blip r:embed="rId5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89125" cy="492603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81" name="Slide Zoom 180">
                <a:hlinkClick r:id="rId57" action="ppaction://hlinksldjump"/>
                <a:extLst>
                  <a:ext uri="{FF2B5EF4-FFF2-40B4-BE49-F238E27FC236}">
                    <a16:creationId xmlns:a16="http://schemas.microsoft.com/office/drawing/2014/main" id="{255CB6C0-0B86-D6DE-3E1E-0A634FCB903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229911" y="7500920"/>
                <a:ext cx="1889125" cy="4926033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962" y="172957"/>
            <a:ext cx="600274" cy="127176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1569745" y="164498"/>
            <a:ext cx="41719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10" dirty="0">
                <a:solidFill>
                  <a:srgbClr val="164F8E"/>
                </a:solidFill>
                <a:latin typeface="Arial"/>
                <a:cs typeface="Arial"/>
              </a:rPr>
              <a:t>Book</a:t>
            </a:r>
            <a:r>
              <a:rPr sz="500" spc="135" dirty="0">
                <a:solidFill>
                  <a:srgbClr val="164F8E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165282"/>
                </a:solidFill>
                <a:latin typeface="Arial"/>
                <a:cs typeface="Arial"/>
              </a:rPr>
              <a:t>tickets</a:t>
            </a:r>
            <a:endParaRPr sz="5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105492" y="164498"/>
            <a:ext cx="94996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49910" algn="l"/>
              </a:tabLst>
            </a:pPr>
            <a:r>
              <a:rPr sz="500" dirty="0">
                <a:solidFill>
                  <a:srgbClr val="3B6B8E"/>
                </a:solidFill>
                <a:latin typeface="Arial"/>
                <a:cs typeface="Arial"/>
              </a:rPr>
              <a:t>Our</a:t>
            </a:r>
            <a:r>
              <a:rPr sz="500" spc="155" dirty="0">
                <a:solidFill>
                  <a:srgbClr val="3B6B8E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16498E"/>
                </a:solidFill>
                <a:latin typeface="Arial"/>
                <a:cs typeface="Arial"/>
              </a:rPr>
              <a:t>services</a:t>
            </a:r>
            <a:r>
              <a:rPr sz="500" dirty="0">
                <a:solidFill>
                  <a:srgbClr val="16498E"/>
                </a:solidFill>
                <a:latin typeface="Arial"/>
                <a:cs typeface="Arial"/>
              </a:rPr>
              <a:t>	</a:t>
            </a:r>
            <a:r>
              <a:rPr sz="500" dirty="0">
                <a:solidFill>
                  <a:srgbClr val="A89959"/>
                </a:solidFill>
                <a:latin typeface="Arial"/>
                <a:cs typeface="Arial"/>
              </a:rPr>
              <a:t>My</a:t>
            </a:r>
            <a:r>
              <a:rPr sz="500" spc="155" dirty="0">
                <a:solidFill>
                  <a:srgbClr val="A89959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162B77"/>
                </a:solidFill>
                <a:latin typeface="Arial"/>
                <a:cs typeface="Arial"/>
              </a:rPr>
              <a:t>booking</a:t>
            </a:r>
            <a:endParaRPr sz="5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89592" y="101743"/>
            <a:ext cx="646057" cy="23400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03482" y="579925"/>
            <a:ext cx="3724275" cy="1684020"/>
            <a:chOff x="203482" y="579925"/>
            <a:chExt cx="3724275" cy="168402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836" y="951282"/>
              <a:ext cx="1078458" cy="6104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03482" y="579925"/>
              <a:ext cx="3724275" cy="1684020"/>
            </a:xfrm>
            <a:custGeom>
              <a:avLst/>
              <a:gdLst/>
              <a:ahLst/>
              <a:cxnLst/>
              <a:rect l="l" t="t" r="r" b="b"/>
              <a:pathLst>
                <a:path w="3724275" h="1684020">
                  <a:moveTo>
                    <a:pt x="3723736" y="1683820"/>
                  </a:moveTo>
                  <a:lnTo>
                    <a:pt x="0" y="1683820"/>
                  </a:lnTo>
                  <a:lnTo>
                    <a:pt x="0" y="0"/>
                  </a:lnTo>
                  <a:lnTo>
                    <a:pt x="3723736" y="0"/>
                  </a:lnTo>
                  <a:lnTo>
                    <a:pt x="3723736" y="1683820"/>
                  </a:lnTo>
                  <a:close/>
                </a:path>
              </a:pathLst>
            </a:custGeom>
            <a:solidFill>
              <a:srgbClr val="838E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03482" y="579925"/>
            <a:ext cx="3724275" cy="1684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650">
              <a:latin typeface="Times New Roman"/>
              <a:cs typeface="Times New Roman"/>
            </a:endParaRPr>
          </a:p>
          <a:p>
            <a:pPr marL="254000">
              <a:lnSpc>
                <a:spcPts val="1880"/>
              </a:lnSpc>
            </a:pPr>
            <a:r>
              <a:rPr sz="1650" spc="-235" dirty="0">
                <a:solidFill>
                  <a:srgbClr val="FFFFFF"/>
                </a:solidFill>
                <a:latin typeface="Arial Black"/>
                <a:cs typeface="Arial Black"/>
              </a:rPr>
              <a:t>Your</a:t>
            </a:r>
            <a:r>
              <a:rPr sz="1650" spc="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650" spc="-204" dirty="0">
                <a:solidFill>
                  <a:srgbClr val="FFFFFF"/>
                </a:solidFill>
                <a:latin typeface="Arial Black"/>
                <a:cs typeface="Arial Black"/>
              </a:rPr>
              <a:t>next</a:t>
            </a:r>
            <a:r>
              <a:rPr sz="1650" spc="-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Arial Black"/>
                <a:cs typeface="Arial Black"/>
              </a:rPr>
              <a:t>journey</a:t>
            </a:r>
            <a:endParaRPr sz="1650">
              <a:latin typeface="Arial Black"/>
              <a:cs typeface="Arial Black"/>
            </a:endParaRPr>
          </a:p>
          <a:p>
            <a:pPr marL="253365">
              <a:lnSpc>
                <a:spcPts val="2000"/>
              </a:lnSpc>
            </a:pPr>
            <a:r>
              <a:rPr sz="1750" spc="-260" dirty="0">
                <a:solidFill>
                  <a:srgbClr val="FFFFFF"/>
                </a:solidFill>
                <a:latin typeface="Arial Black"/>
                <a:cs typeface="Arial Black"/>
              </a:rPr>
              <a:t>starts</a:t>
            </a:r>
            <a:r>
              <a:rPr sz="1750" spc="-1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50" spc="-50" dirty="0">
                <a:solidFill>
                  <a:srgbClr val="FFFFFF"/>
                </a:solidFill>
                <a:latin typeface="Arial Black"/>
                <a:cs typeface="Arial Black"/>
              </a:rPr>
              <a:t>here.</a:t>
            </a:r>
            <a:endParaRPr sz="1750">
              <a:latin typeface="Arial Black"/>
              <a:cs typeface="Arial Black"/>
            </a:endParaRPr>
          </a:p>
          <a:p>
            <a:pPr marL="253365">
              <a:lnSpc>
                <a:spcPct val="100000"/>
              </a:lnSpc>
              <a:spcBef>
                <a:spcPts val="655"/>
              </a:spcBef>
            </a:pPr>
            <a:r>
              <a:rPr sz="600" spc="-105" dirty="0">
                <a:solidFill>
                  <a:srgbClr val="E4E4E4"/>
                </a:solidFill>
                <a:latin typeface="Arial Black"/>
                <a:cs typeface="Arial Black"/>
              </a:rPr>
              <a:t>D</a:t>
            </a:r>
            <a:r>
              <a:rPr sz="600" spc="-125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100" dirty="0">
                <a:solidFill>
                  <a:srgbClr val="E4E4E4"/>
                </a:solidFill>
                <a:latin typeface="Arial Black"/>
                <a:cs typeface="Arial Black"/>
              </a:rPr>
              <a:t>iscc</a:t>
            </a:r>
            <a:r>
              <a:rPr sz="600" spc="-95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30" dirty="0">
                <a:solidFill>
                  <a:srgbClr val="E4E4E4"/>
                </a:solidFill>
                <a:latin typeface="Arial Black"/>
                <a:cs typeface="Arial Black"/>
              </a:rPr>
              <a:t>.’e</a:t>
            </a:r>
            <a:r>
              <a:rPr sz="600" spc="165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100" dirty="0">
                <a:solidFill>
                  <a:srgbClr val="E4E4E4"/>
                </a:solidFill>
                <a:latin typeface="Arial Black"/>
                <a:cs typeface="Arial Black"/>
              </a:rPr>
              <a:t>bea</a:t>
            </a:r>
            <a:r>
              <a:rPr sz="600" spc="-105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140" dirty="0">
                <a:solidFill>
                  <a:srgbClr val="E4E4E4"/>
                </a:solidFill>
                <a:latin typeface="Arial Black"/>
                <a:cs typeface="Arial Black"/>
              </a:rPr>
              <a:t>rim</a:t>
            </a:r>
            <a:r>
              <a:rPr sz="600" spc="-75" dirty="0">
                <a:solidFill>
                  <a:srgbClr val="E4E4E4"/>
                </a:solidFill>
                <a:latin typeface="Arial Black"/>
                <a:cs typeface="Arial Black"/>
              </a:rPr>
              <a:t> fr‹</a:t>
            </a:r>
            <a:r>
              <a:rPr sz="600" spc="-75" dirty="0">
                <a:solidFill>
                  <a:srgbClr val="953334"/>
                </a:solidFill>
                <a:latin typeface="Arial Black"/>
                <a:cs typeface="Arial Black"/>
              </a:rPr>
              <a:t>I</a:t>
            </a:r>
            <a:r>
              <a:rPr sz="600" spc="-75" dirty="0">
                <a:solidFill>
                  <a:srgbClr val="E4E4E4"/>
                </a:solidFill>
                <a:latin typeface="Arial Black"/>
                <a:cs typeface="Arial Black"/>
              </a:rPr>
              <a:t>you</a:t>
            </a:r>
            <a:r>
              <a:rPr sz="600" spc="-120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60" dirty="0">
                <a:solidFill>
                  <a:srgbClr val="E4E4E4"/>
                </a:solidFill>
                <a:latin typeface="Arial Black"/>
                <a:cs typeface="Arial Black"/>
              </a:rPr>
              <a:t>rne}’s</a:t>
            </a:r>
            <a:r>
              <a:rPr sz="600" spc="185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95" dirty="0">
                <a:solidFill>
                  <a:srgbClr val="E4E4E4"/>
                </a:solidFill>
                <a:latin typeface="Arial Black"/>
                <a:cs typeface="Arial Black"/>
              </a:rPr>
              <a:t>com</a:t>
            </a:r>
            <a:r>
              <a:rPr sz="600" spc="-125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100" dirty="0">
                <a:solidFill>
                  <a:srgbClr val="E4E4E4"/>
                </a:solidFill>
                <a:latin typeface="Arial Black"/>
                <a:cs typeface="Arial Black"/>
              </a:rPr>
              <a:t>pa</a:t>
            </a:r>
            <a:r>
              <a:rPr sz="600" spc="-114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10" dirty="0">
                <a:solidFill>
                  <a:srgbClr val="95383B"/>
                </a:solidFill>
                <a:latin typeface="Arial Black"/>
                <a:cs typeface="Arial Black"/>
              </a:rPr>
              <a:t>i</a:t>
            </a:r>
            <a:r>
              <a:rPr sz="600" spc="-10" dirty="0">
                <a:solidFill>
                  <a:srgbClr val="E4E4E4"/>
                </a:solidFill>
                <a:latin typeface="Arial Black"/>
                <a:cs typeface="Arial Black"/>
              </a:rPr>
              <a:t>e</a:t>
            </a:r>
            <a:r>
              <a:rPr sz="600" spc="15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70" dirty="0">
                <a:solidFill>
                  <a:srgbClr val="E4E4E4"/>
                </a:solidFill>
                <a:latin typeface="Arial Black"/>
                <a:cs typeface="Arial Black"/>
              </a:rPr>
              <a:t>fares</a:t>
            </a:r>
            <a:r>
              <a:rPr sz="600" spc="135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80" dirty="0">
                <a:solidFill>
                  <a:srgbClr val="E4E4E4"/>
                </a:solidFill>
                <a:latin typeface="Arial Black"/>
                <a:cs typeface="Arial Black"/>
              </a:rPr>
              <a:t>choose</a:t>
            </a:r>
            <a:r>
              <a:rPr sz="600" spc="30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50" dirty="0">
                <a:solidFill>
                  <a:srgbClr val="E4E4E4"/>
                </a:solidFill>
                <a:latin typeface="Arial Black"/>
                <a:cs typeface="Arial Black"/>
              </a:rPr>
              <a:t>your</a:t>
            </a:r>
            <a:r>
              <a:rPr sz="600" spc="5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120" dirty="0">
                <a:solidFill>
                  <a:srgbClr val="E4E4E4"/>
                </a:solidFill>
                <a:latin typeface="Arial Black"/>
                <a:cs typeface="Arial Black"/>
              </a:rPr>
              <a:t>sea</a:t>
            </a:r>
            <a:r>
              <a:rPr sz="600" spc="-125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50" dirty="0">
                <a:solidFill>
                  <a:srgbClr val="E4E4E4"/>
                </a:solidFill>
                <a:latin typeface="Arial Black"/>
                <a:cs typeface="Arial Black"/>
              </a:rPr>
              <a:t>I,</a:t>
            </a:r>
            <a:r>
              <a:rPr sz="600" spc="45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75" dirty="0">
                <a:solidFill>
                  <a:srgbClr val="E4E4E4"/>
                </a:solidFill>
                <a:latin typeface="Arial Black"/>
                <a:cs typeface="Arial Black"/>
              </a:rPr>
              <a:t>and</a:t>
            </a:r>
            <a:r>
              <a:rPr sz="600" spc="25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00" spc="-20" dirty="0">
                <a:solidFill>
                  <a:srgbClr val="E4E4E4"/>
                </a:solidFill>
                <a:latin typeface="Arial Black"/>
                <a:cs typeface="Arial Black"/>
              </a:rPr>
              <a:t>make</a:t>
            </a:r>
            <a:endParaRPr sz="600">
              <a:latin typeface="Arial Black"/>
              <a:cs typeface="Arial Black"/>
            </a:endParaRPr>
          </a:p>
          <a:p>
            <a:pPr marL="250825">
              <a:lnSpc>
                <a:spcPct val="100000"/>
              </a:lnSpc>
              <a:spcBef>
                <a:spcPts val="270"/>
              </a:spcBef>
            </a:pPr>
            <a:r>
              <a:rPr sz="650" spc="-20" dirty="0">
                <a:solidFill>
                  <a:srgbClr val="E4E4E4"/>
                </a:solidFill>
                <a:latin typeface="Arial Black"/>
                <a:cs typeface="Arial Black"/>
              </a:rPr>
              <a:t>e\°.</a:t>
            </a:r>
            <a:r>
              <a:rPr sz="650" spc="-20" dirty="0">
                <a:solidFill>
                  <a:srgbClr val="DDDDDD"/>
                </a:solidFill>
                <a:latin typeface="Arial Black"/>
                <a:cs typeface="Arial Black"/>
              </a:rPr>
              <a:t>r</a:t>
            </a:r>
            <a:r>
              <a:rPr sz="650" spc="150" dirty="0">
                <a:solidFill>
                  <a:srgbClr val="DDDDDD"/>
                </a:solidFill>
                <a:latin typeface="Arial Black"/>
                <a:cs typeface="Arial Black"/>
              </a:rPr>
              <a:t> </a:t>
            </a:r>
            <a:r>
              <a:rPr sz="650" spc="-50" dirty="0">
                <a:solidFill>
                  <a:srgbClr val="242424"/>
                </a:solidFill>
                <a:latin typeface="Arial Black"/>
                <a:cs typeface="Arial Black"/>
              </a:rPr>
              <a:t>m</a:t>
            </a:r>
            <a:r>
              <a:rPr sz="650" spc="65" dirty="0">
                <a:solidFill>
                  <a:srgbClr val="242424"/>
                </a:solidFill>
                <a:latin typeface="Arial Black"/>
                <a:cs typeface="Arial Black"/>
              </a:rPr>
              <a:t> </a:t>
            </a:r>
            <a:r>
              <a:rPr sz="650" spc="-185" dirty="0">
                <a:solidFill>
                  <a:srgbClr val="E4E4E4"/>
                </a:solidFill>
                <a:latin typeface="Arial Black"/>
                <a:cs typeface="Arial Black"/>
              </a:rPr>
              <a:t>e</a:t>
            </a:r>
            <a:r>
              <a:rPr sz="650" spc="25" dirty="0">
                <a:solidFill>
                  <a:srgbClr val="E4E4E4"/>
                </a:solidFill>
                <a:latin typeface="Arial Black"/>
                <a:cs typeface="Arial Black"/>
              </a:rPr>
              <a:t> </a:t>
            </a:r>
            <a:r>
              <a:rPr sz="650" spc="-10" dirty="0">
                <a:solidFill>
                  <a:srgbClr val="E4E4E4"/>
                </a:solidFill>
                <a:latin typeface="Arial Black"/>
                <a:cs typeface="Arial Black"/>
              </a:rPr>
              <a:t>memorable.</a:t>
            </a:r>
            <a:endParaRPr sz="650">
              <a:latin typeface="Arial Black"/>
              <a:cs typeface="Arial Black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45920" y="2467226"/>
            <a:ext cx="534670" cy="259715"/>
            <a:chOff x="345920" y="2467226"/>
            <a:chExt cx="534670" cy="25971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5920" y="2467226"/>
              <a:ext cx="534142" cy="25944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5920" y="2467226"/>
              <a:ext cx="534142" cy="259440"/>
            </a:xfrm>
            <a:prstGeom prst="rect">
              <a:avLst/>
            </a:prstGeom>
          </p:spPr>
        </p:pic>
      </p:grpSp>
      <p:pic>
        <p:nvPicPr>
          <p:cNvPr id="32" name="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85287" y="2568969"/>
            <a:ext cx="190765" cy="61044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338109" y="2840301"/>
            <a:ext cx="21209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20" dirty="0">
                <a:solidFill>
                  <a:srgbClr val="9ECDFF"/>
                </a:solidFill>
                <a:latin typeface="Arial"/>
                <a:cs typeface="Arial"/>
              </a:rPr>
              <a:t>F</a:t>
            </a:r>
            <a:r>
              <a:rPr sz="500" spc="-20" dirty="0">
                <a:solidFill>
                  <a:srgbClr val="838383"/>
                </a:solidFill>
                <a:latin typeface="Arial"/>
                <a:cs typeface="Arial"/>
              </a:rPr>
              <a:t>ROM</a:t>
            </a:r>
            <a:endParaRPr sz="5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86749" y="2840301"/>
            <a:ext cx="10985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25" dirty="0">
                <a:solidFill>
                  <a:srgbClr val="89B6E2"/>
                </a:solidFill>
                <a:latin typeface="Arial"/>
                <a:cs typeface="Arial"/>
              </a:rPr>
              <a:t>TO</a:t>
            </a:r>
            <a:endParaRPr sz="5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03362" y="3048866"/>
            <a:ext cx="418465" cy="127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50" spc="-10" dirty="0">
                <a:solidFill>
                  <a:srgbClr val="677779"/>
                </a:solidFill>
                <a:latin typeface="Arial"/>
                <a:cs typeface="Arial"/>
              </a:rPr>
              <a:t>vjayawada</a:t>
            </a:r>
            <a:endParaRPr sz="6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152960" y="3052257"/>
            <a:ext cx="415925" cy="1231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50" spc="-10" dirty="0">
                <a:solidFill>
                  <a:srgbClr val="1652A0"/>
                </a:solidFill>
                <a:latin typeface="Arial"/>
                <a:cs typeface="Arial"/>
              </a:rPr>
              <a:t>Hyderabad</a:t>
            </a:r>
            <a:endParaRPr sz="6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36535" y="3323570"/>
            <a:ext cx="50419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20" dirty="0">
                <a:solidFill>
                  <a:srgbClr val="7E7E7E"/>
                </a:solidFill>
                <a:latin typeface="Arial"/>
                <a:cs typeface="Arial"/>
              </a:rPr>
              <a:t>JOURN</a:t>
            </a:r>
            <a:r>
              <a:rPr sz="500" spc="-6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40" dirty="0">
                <a:solidFill>
                  <a:srgbClr val="7E7E7E"/>
                </a:solidFill>
                <a:latin typeface="Arial"/>
                <a:cs typeface="Arial"/>
              </a:rPr>
              <a:t>EY</a:t>
            </a:r>
            <a:r>
              <a:rPr sz="500" spc="6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7E7E7E"/>
                </a:solidFill>
                <a:latin typeface="Arial"/>
                <a:cs typeface="Arial"/>
              </a:rPr>
              <a:t>DATE</a:t>
            </a:r>
            <a:endParaRPr sz="5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088375" y="3323570"/>
            <a:ext cx="43053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40" dirty="0">
                <a:solidFill>
                  <a:srgbClr val="7E7E7E"/>
                </a:solidFill>
                <a:latin typeface="Arial"/>
                <a:cs typeface="Arial"/>
              </a:rPr>
              <a:t>PAS</a:t>
            </a:r>
            <a:r>
              <a:rPr sz="500" spc="-7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35" dirty="0">
                <a:solidFill>
                  <a:srgbClr val="778590"/>
                </a:solidFill>
                <a:latin typeface="Arial"/>
                <a:cs typeface="Arial"/>
              </a:rPr>
              <a:t>S</a:t>
            </a:r>
            <a:r>
              <a:rPr sz="500" spc="-35" dirty="0">
                <a:solidFill>
                  <a:srgbClr val="7E7E7E"/>
                </a:solidFill>
                <a:latin typeface="Arial"/>
                <a:cs typeface="Arial"/>
              </a:rPr>
              <a:t>ENGERS</a:t>
            </a:r>
            <a:endParaRPr sz="5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07215" y="3544008"/>
            <a:ext cx="459740" cy="1193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282828"/>
                </a:solidFill>
                <a:latin typeface="Arial"/>
                <a:cs typeface="Arial"/>
              </a:rPr>
              <a:t>20-10</a:t>
            </a:r>
            <a:r>
              <a:rPr sz="600" spc="5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282828"/>
                </a:solidFill>
                <a:latin typeface="Arial"/>
                <a:cs typeface="Arial"/>
              </a:rPr>
              <a:t>-</a:t>
            </a:r>
            <a:r>
              <a:rPr sz="600" spc="-20" dirty="0">
                <a:solidFill>
                  <a:srgbClr val="282828"/>
                </a:solidFill>
                <a:latin typeface="Arial"/>
                <a:cs typeface="Arial"/>
              </a:rPr>
              <a:t>2026</a:t>
            </a:r>
            <a:endParaRPr sz="6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860200" y="3533838"/>
            <a:ext cx="91440" cy="1193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spc="-50" dirty="0">
                <a:latin typeface="Arial"/>
                <a:cs typeface="Arial"/>
              </a:rPr>
              <a:t>@</a:t>
            </a:r>
            <a:endParaRPr sz="6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173748" y="3533838"/>
            <a:ext cx="478790" cy="1193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677734"/>
                </a:solidFill>
                <a:latin typeface="Arial"/>
                <a:cs typeface="Arial"/>
              </a:rPr>
              <a:t>4</a:t>
            </a:r>
            <a:r>
              <a:rPr sz="600" spc="10" dirty="0">
                <a:solidFill>
                  <a:srgbClr val="677734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282828"/>
                </a:solidFill>
                <a:latin typeface="Arial"/>
                <a:cs typeface="Arial"/>
              </a:rPr>
              <a:t>Passengers</a:t>
            </a:r>
            <a:endParaRPr sz="6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3271" y="3957742"/>
            <a:ext cx="732537" cy="81393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193377" y="4534294"/>
            <a:ext cx="1593850" cy="327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b="1" spc="-75" dirty="0">
                <a:solidFill>
                  <a:srgbClr val="282828"/>
                </a:solidFill>
                <a:latin typeface="Arial"/>
                <a:cs typeface="Arial"/>
              </a:rPr>
              <a:t>Journeys</a:t>
            </a:r>
            <a:r>
              <a:rPr sz="1150" b="1" spc="-1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150" b="1" spc="-35" dirty="0">
                <a:solidFill>
                  <a:srgbClr val="282828"/>
                </a:solidFill>
                <a:latin typeface="Arial"/>
                <a:cs typeface="Arial"/>
              </a:rPr>
              <a:t>made</a:t>
            </a:r>
            <a:r>
              <a:rPr sz="1150" b="1" spc="-5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282828"/>
                </a:solidFill>
                <a:latin typeface="Arial"/>
                <a:cs typeface="Arial"/>
              </a:rPr>
              <a:t>for</a:t>
            </a:r>
            <a:r>
              <a:rPr sz="1150" b="1" spc="-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282828"/>
                </a:solidFill>
                <a:latin typeface="Arial"/>
                <a:cs typeface="Arial"/>
              </a:rPr>
              <a:t>you</a:t>
            </a:r>
            <a:endParaRPr sz="115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395"/>
              </a:spcBef>
            </a:pPr>
            <a:r>
              <a:rPr sz="500" spc="10" dirty="0">
                <a:solidFill>
                  <a:srgbClr val="7E7E7E"/>
                </a:solidFill>
                <a:latin typeface="Arial"/>
                <a:cs typeface="Arial"/>
              </a:rPr>
              <a:t>Explore</a:t>
            </a:r>
            <a:r>
              <a:rPr sz="500" spc="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7E7E7E"/>
                </a:solidFill>
                <a:latin typeface="Arial"/>
                <a:cs typeface="Arial"/>
              </a:rPr>
              <a:t>your</a:t>
            </a:r>
            <a:r>
              <a:rPr sz="500" spc="1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7E7E7E"/>
                </a:solidFill>
                <a:latin typeface="Arial"/>
                <a:cs typeface="Arial"/>
              </a:rPr>
              <a:t>travel</a:t>
            </a:r>
            <a:r>
              <a:rPr sz="500" spc="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7E7E7E"/>
                </a:solidFill>
                <a:latin typeface="Arial"/>
                <a:cs typeface="Arial"/>
              </a:rPr>
              <a:t>options</a:t>
            </a:r>
            <a:r>
              <a:rPr sz="500" spc="13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B59380"/>
                </a:solidFill>
                <a:latin typeface="Arial"/>
                <a:cs typeface="Arial"/>
              </a:rPr>
              <a:t>and</a:t>
            </a:r>
            <a:r>
              <a:rPr sz="500" spc="110" dirty="0">
                <a:solidFill>
                  <a:srgbClr val="B59380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77A1BF"/>
                </a:solidFill>
                <a:latin typeface="Arial"/>
                <a:cs typeface="Arial"/>
              </a:rPr>
              <a:t>find</a:t>
            </a:r>
            <a:r>
              <a:rPr sz="500" spc="90" dirty="0">
                <a:solidFill>
                  <a:srgbClr val="77A1BF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89B3D6"/>
                </a:solidFill>
                <a:latin typeface="Arial"/>
                <a:cs typeface="Arial"/>
              </a:rPr>
              <a:t>the</a:t>
            </a:r>
            <a:r>
              <a:rPr sz="500" spc="75" dirty="0">
                <a:solidFill>
                  <a:srgbClr val="89B3D6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7E7E7E"/>
                </a:solidFill>
                <a:latin typeface="Arial"/>
                <a:cs typeface="Arial"/>
              </a:rPr>
              <a:t>rig</a:t>
            </a:r>
            <a:r>
              <a:rPr sz="500" spc="10" dirty="0">
                <a:solidFill>
                  <a:srgbClr val="77A1BF"/>
                </a:solidFill>
                <a:latin typeface="Arial"/>
                <a:cs typeface="Arial"/>
              </a:rPr>
              <a:t>ht</a:t>
            </a:r>
            <a:r>
              <a:rPr sz="500" spc="150" dirty="0">
                <a:solidFill>
                  <a:srgbClr val="77A1BF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77A1BF"/>
                </a:solidFill>
                <a:latin typeface="Arial"/>
                <a:cs typeface="Arial"/>
              </a:rPr>
              <a:t>ride.</a:t>
            </a:r>
            <a:endParaRPr sz="5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87571" y="5031127"/>
            <a:ext cx="408305" cy="1358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-20" dirty="0">
                <a:solidFill>
                  <a:srgbClr val="1679C3"/>
                </a:solidFill>
                <a:latin typeface="Arial"/>
                <a:cs typeface="Arial"/>
              </a:rPr>
              <a:t>All</a:t>
            </a:r>
            <a:r>
              <a:rPr sz="700" spc="-15" dirty="0">
                <a:solidFill>
                  <a:srgbClr val="1679C3"/>
                </a:solidFill>
                <a:latin typeface="Arial"/>
                <a:cs typeface="Arial"/>
              </a:rPr>
              <a:t> </a:t>
            </a:r>
            <a:r>
              <a:rPr sz="700" spc="-55" dirty="0">
                <a:solidFill>
                  <a:srgbClr val="282828"/>
                </a:solidFill>
                <a:latin typeface="Arial"/>
                <a:cs typeface="Arial"/>
              </a:rPr>
              <a:t>services</a:t>
            </a:r>
            <a:endParaRPr sz="7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22203" y="5031127"/>
            <a:ext cx="210185" cy="1358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-275" dirty="0">
                <a:solidFill>
                  <a:srgbClr val="59AFF2"/>
                </a:solidFill>
                <a:latin typeface="Arial"/>
                <a:cs typeface="Arial"/>
              </a:rPr>
              <a:t>W</a:t>
            </a:r>
            <a:r>
              <a:rPr sz="700" spc="105" dirty="0">
                <a:solidFill>
                  <a:srgbClr val="59AFF2"/>
                </a:solidFill>
                <a:latin typeface="Arial"/>
                <a:cs typeface="Arial"/>
              </a:rPr>
              <a:t> </a:t>
            </a:r>
            <a:r>
              <a:rPr sz="700" spc="-85" dirty="0">
                <a:solidFill>
                  <a:srgbClr val="1679C3"/>
                </a:solidFill>
                <a:latin typeface="Arial"/>
                <a:cs typeface="Arial"/>
              </a:rPr>
              <a:t>AC</a:t>
            </a:r>
            <a:endParaRPr sz="7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341434" y="5031127"/>
            <a:ext cx="287655" cy="1358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-50" dirty="0">
                <a:solidFill>
                  <a:srgbClr val="69BFFF"/>
                </a:solidFill>
                <a:latin typeface="Arial"/>
                <a:cs typeface="Arial"/>
              </a:rPr>
              <a:t>Sleeper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765213" y="4990415"/>
            <a:ext cx="590550" cy="234315"/>
            <a:chOff x="1765213" y="4990415"/>
            <a:chExt cx="590550" cy="234315"/>
          </a:xfrm>
        </p:grpSpPr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65213" y="4990415"/>
              <a:ext cx="590100" cy="23400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65213" y="4990415"/>
              <a:ext cx="590100" cy="234005"/>
            </a:xfrm>
            <a:prstGeom prst="rect">
              <a:avLst/>
            </a:prstGeom>
          </p:spPr>
        </p:pic>
      </p:grpSp>
      <p:pic>
        <p:nvPicPr>
          <p:cNvPr id="37" name="object 3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81530" y="5511840"/>
            <a:ext cx="206026" cy="58501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313783" y="5585650"/>
            <a:ext cx="685800" cy="432434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700" b="1" spc="-35" dirty="0">
                <a:solidFill>
                  <a:srgbClr val="282828"/>
                </a:solidFill>
                <a:latin typeface="Arial"/>
                <a:cs typeface="Arial"/>
              </a:rPr>
              <a:t>Coastal</a:t>
            </a:r>
            <a:r>
              <a:rPr sz="700" b="1" spc="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282828"/>
                </a:solidFill>
                <a:latin typeface="Arial"/>
                <a:cs typeface="Arial"/>
              </a:rPr>
              <a:t>Comfort</a:t>
            </a:r>
            <a:endParaRPr sz="700">
              <a:latin typeface="Arial"/>
              <a:cs typeface="Arial"/>
            </a:endParaRPr>
          </a:p>
          <a:p>
            <a:pPr marL="13335" marR="11430" indent="2540">
              <a:lnSpc>
                <a:spcPct val="121400"/>
              </a:lnSpc>
              <a:spcBef>
                <a:spcPts val="290"/>
              </a:spcBef>
            </a:pPr>
            <a:r>
              <a:rPr sz="550" spc="-40" dirty="0">
                <a:solidFill>
                  <a:srgbClr val="7E7E7E"/>
                </a:solidFill>
                <a:latin typeface="Arial"/>
                <a:cs typeface="Arial"/>
              </a:rPr>
              <a:t>Non-</a:t>
            </a:r>
            <a:r>
              <a:rPr sz="550" spc="-10" dirty="0">
                <a:solidFill>
                  <a:srgbClr val="7E7E7E"/>
                </a:solidFill>
                <a:latin typeface="Arial"/>
                <a:cs typeface="Arial"/>
              </a:rPr>
              <a:t>AC</a:t>
            </a:r>
            <a:r>
              <a:rPr sz="550" spc="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7E7E7E"/>
                </a:solidFill>
                <a:latin typeface="Arial"/>
                <a:cs typeface="Arial"/>
              </a:rPr>
              <a:t>Sleeper</a:t>
            </a:r>
            <a:r>
              <a:rPr sz="550" spc="50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7E7E7E"/>
                </a:solidFill>
                <a:latin typeface="Arial"/>
                <a:cs typeface="Arial"/>
              </a:rPr>
              <a:t>Sleeper</a:t>
            </a:r>
            <a:r>
              <a:rPr sz="550" spc="15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50" spc="-35" dirty="0">
                <a:solidFill>
                  <a:srgbClr val="7E7E7E"/>
                </a:solidFill>
                <a:latin typeface="Arial"/>
                <a:cs typeface="Arial"/>
              </a:rPr>
              <a:t>Reading</a:t>
            </a:r>
            <a:r>
              <a:rPr sz="55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7E7E7E"/>
                </a:solidFill>
                <a:latin typeface="Arial"/>
                <a:cs typeface="Arial"/>
              </a:rPr>
              <a:t>light</a:t>
            </a:r>
            <a:endParaRPr sz="550">
              <a:latin typeface="Arial"/>
              <a:cs typeface="Arial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504990" y="5656820"/>
            <a:ext cx="289962" cy="76306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943260" y="5819609"/>
            <a:ext cx="81392" cy="45783"/>
          </a:xfrm>
          <a:prstGeom prst="rect">
            <a:avLst/>
          </a:prstGeom>
        </p:spPr>
      </p:pic>
      <p:sp>
        <p:nvSpPr>
          <p:cNvPr id="66" name="object 66"/>
          <p:cNvSpPr txBox="1"/>
          <p:nvPr/>
        </p:nvSpPr>
        <p:spPr>
          <a:xfrm>
            <a:off x="1881662" y="5561297"/>
            <a:ext cx="321945" cy="31242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800" spc="-10" dirty="0">
                <a:solidFill>
                  <a:srgbClr val="282828"/>
                </a:solidFill>
                <a:latin typeface="Arial"/>
                <a:cs typeface="Arial"/>
              </a:rPr>
              <a:t>21:00</a:t>
            </a:r>
            <a:endParaRPr sz="8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265"/>
              </a:spcBef>
            </a:pPr>
            <a:r>
              <a:rPr sz="500" spc="-10" dirty="0">
                <a:solidFill>
                  <a:srgbClr val="7E7E7E"/>
                </a:solidFill>
                <a:latin typeface="Arial"/>
                <a:cs typeface="Arial"/>
              </a:rPr>
              <a:t>Vi'a</a:t>
            </a:r>
            <a:r>
              <a:rPr sz="500" spc="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45" dirty="0">
                <a:solidFill>
                  <a:srgbClr val="7E7E7E"/>
                </a:solidFill>
                <a:latin typeface="Arial"/>
                <a:cs typeface="Arial"/>
              </a:rPr>
              <a:t>a\•zada</a:t>
            </a:r>
            <a:endParaRPr sz="5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2736352" y="5704318"/>
            <a:ext cx="224154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20" dirty="0">
                <a:solidFill>
                  <a:srgbClr val="8E7999"/>
                </a:solidFill>
                <a:latin typeface="Arial"/>
                <a:cs typeface="Arial"/>
              </a:rPr>
              <a:t>7</a:t>
            </a:r>
            <a:r>
              <a:rPr sz="500" spc="-20" dirty="0">
                <a:solidFill>
                  <a:srgbClr val="6EB8E8"/>
                </a:solidFill>
                <a:latin typeface="Arial"/>
                <a:cs typeface="Arial"/>
              </a:rPr>
              <a:t>h</a:t>
            </a:r>
            <a:r>
              <a:rPr sz="500" spc="-15" dirty="0">
                <a:solidFill>
                  <a:srgbClr val="6EB8E8"/>
                </a:solidFill>
                <a:latin typeface="Arial"/>
                <a:cs typeface="Arial"/>
              </a:rPr>
              <a:t> </a:t>
            </a:r>
            <a:r>
              <a:rPr sz="500" spc="-25" dirty="0">
                <a:solidFill>
                  <a:srgbClr val="C6A16E"/>
                </a:solidFill>
                <a:latin typeface="Arial"/>
                <a:cs typeface="Arial"/>
              </a:rPr>
              <a:t>3</a:t>
            </a:r>
            <a:r>
              <a:rPr sz="500" spc="-25" dirty="0">
                <a:solidFill>
                  <a:srgbClr val="52796E"/>
                </a:solidFill>
                <a:latin typeface="Arial"/>
                <a:cs typeface="Arial"/>
              </a:rPr>
              <a:t>0</a:t>
            </a:r>
            <a:r>
              <a:rPr sz="500" spc="-25" dirty="0">
                <a:solidFill>
                  <a:srgbClr val="6EB8E8"/>
                </a:solidFill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3492217" y="5770450"/>
            <a:ext cx="31623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30" dirty="0">
                <a:solidFill>
                  <a:srgbClr val="89B6E2"/>
                </a:solidFill>
                <a:latin typeface="Arial"/>
                <a:cs typeface="Arial"/>
              </a:rPr>
              <a:t>Hyd</a:t>
            </a:r>
            <a:r>
              <a:rPr sz="500" spc="-90" dirty="0">
                <a:solidFill>
                  <a:srgbClr val="89B6E2"/>
                </a:solidFill>
                <a:latin typeface="Arial"/>
                <a:cs typeface="Arial"/>
              </a:rPr>
              <a:t> </a:t>
            </a:r>
            <a:r>
              <a:rPr sz="500" spc="-25" dirty="0">
                <a:solidFill>
                  <a:srgbClr val="7E7E7E"/>
                </a:solidFill>
                <a:latin typeface="Arial"/>
                <a:cs typeface="Arial"/>
              </a:rPr>
              <a:t>eraBad</a:t>
            </a:r>
            <a:endParaRPr sz="50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30659" y="6241834"/>
            <a:ext cx="422226" cy="45783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30659" y="6384276"/>
            <a:ext cx="305224" cy="91567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318798" y="6523335"/>
            <a:ext cx="78295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dirty="0">
                <a:solidFill>
                  <a:srgbClr val="CFA380"/>
                </a:solidFill>
                <a:latin typeface="Arial"/>
                <a:cs typeface="Arial"/>
              </a:rPr>
              <a:t>per</a:t>
            </a:r>
            <a:r>
              <a:rPr sz="500" spc="5" dirty="0">
                <a:solidFill>
                  <a:srgbClr val="CFA380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passenger</a:t>
            </a:r>
            <a:r>
              <a:rPr sz="500" spc="3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demo</a:t>
            </a:r>
            <a:r>
              <a:rPr sz="500" spc="7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7E7E7E"/>
                </a:solidFill>
                <a:latin typeface="Arial"/>
                <a:cs typeface="Arial"/>
              </a:rPr>
              <a:t>fare</a:t>
            </a:r>
            <a:endParaRPr sz="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5572" y="6674236"/>
            <a:ext cx="803910" cy="239395"/>
          </a:xfrm>
          <a:prstGeom prst="rect">
            <a:avLst/>
          </a:prstGeom>
          <a:solidFill>
            <a:srgbClr val="52796E"/>
          </a:solidFill>
        </p:spPr>
        <p:txBody>
          <a:bodyPr vert="horz" wrap="square" lIns="0" tIns="7112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560"/>
              </a:spcBef>
            </a:pPr>
            <a:r>
              <a:rPr sz="600" spc="-45" dirty="0">
                <a:solidFill>
                  <a:srgbClr val="FFFFFF"/>
                </a:solidFill>
                <a:latin typeface="Arial"/>
                <a:cs typeface="Arial"/>
              </a:rPr>
              <a:t>Se4eW</a:t>
            </a:r>
            <a:r>
              <a:rPr sz="6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endParaRPr sz="600">
              <a:latin typeface="Arial"/>
              <a:cs typeface="Arial"/>
            </a:endParaRPr>
          </a:p>
        </p:txBody>
      </p:sp>
      <p:pic>
        <p:nvPicPr>
          <p:cNvPr id="39" name="object 3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81530" y="7299941"/>
            <a:ext cx="206026" cy="55957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314895" y="7439011"/>
            <a:ext cx="647700" cy="3676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50" b="1" spc="-10" dirty="0">
                <a:solidFill>
                  <a:srgbClr val="282828"/>
                </a:solidFill>
                <a:latin typeface="Arial"/>
                <a:cs typeface="Arial"/>
              </a:rPr>
              <a:t>Sunrise </a:t>
            </a:r>
            <a:r>
              <a:rPr sz="650" spc="-10" dirty="0">
                <a:solidFill>
                  <a:srgbClr val="282828"/>
                </a:solidFill>
                <a:latin typeface="Arial"/>
                <a:cs typeface="Arial"/>
              </a:rPr>
              <a:t>Express</a:t>
            </a:r>
            <a:endParaRPr sz="65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455"/>
              </a:spcBef>
            </a:pPr>
            <a:r>
              <a:rPr sz="500" spc="-35" dirty="0">
                <a:solidFill>
                  <a:srgbClr val="7E7E7E"/>
                </a:solidFill>
                <a:latin typeface="Arial"/>
                <a:cs typeface="Arial"/>
              </a:rPr>
              <a:t>AC</a:t>
            </a:r>
            <a:r>
              <a:rPr sz="500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7E7E7E"/>
                </a:solidFill>
                <a:latin typeface="Arial"/>
                <a:cs typeface="Arial"/>
              </a:rPr>
              <a:t>Seater</a:t>
            </a:r>
            <a:endParaRPr sz="5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240"/>
              </a:spcBef>
            </a:pP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AC</a:t>
            </a:r>
            <a:r>
              <a:rPr sz="500" spc="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Reclining </a:t>
            </a:r>
            <a:r>
              <a:rPr sz="500" spc="-10" dirty="0">
                <a:solidFill>
                  <a:srgbClr val="7E7E7E"/>
                </a:solidFill>
                <a:latin typeface="Arial"/>
                <a:cs typeface="Arial"/>
              </a:rPr>
              <a:t>seats</a:t>
            </a:r>
            <a:endParaRPr sz="5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879874" y="7314227"/>
            <a:ext cx="321945" cy="34480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050" spc="-45" dirty="0">
                <a:solidFill>
                  <a:srgbClr val="282828"/>
                </a:solidFill>
                <a:latin typeface="Arial"/>
                <a:cs typeface="Arial"/>
              </a:rPr>
              <a:t>as:oo</a:t>
            </a:r>
            <a:endParaRPr sz="105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210"/>
              </a:spcBef>
            </a:pPr>
            <a:r>
              <a:rPr sz="500" spc="-40" dirty="0">
                <a:solidFill>
                  <a:srgbClr val="7E7E7E"/>
                </a:solidFill>
                <a:latin typeface="Arial"/>
                <a:cs typeface="Arial"/>
              </a:rPr>
              <a:t>Vijaya\•zada</a:t>
            </a:r>
            <a:endParaRPr sz="5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736981" y="7489881"/>
            <a:ext cx="22352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20" dirty="0">
                <a:solidFill>
                  <a:srgbClr val="AC8C6E"/>
                </a:solidFill>
                <a:latin typeface="Arial"/>
                <a:cs typeface="Arial"/>
              </a:rPr>
              <a:t>6</a:t>
            </a:r>
            <a:r>
              <a:rPr sz="500" spc="-20" dirty="0">
                <a:solidFill>
                  <a:srgbClr val="6EB8E8"/>
                </a:solidFill>
                <a:latin typeface="Arial"/>
                <a:cs typeface="Arial"/>
              </a:rPr>
              <a:t>h </a:t>
            </a:r>
            <a:r>
              <a:rPr sz="500" spc="-25" dirty="0">
                <a:solidFill>
                  <a:srgbClr val="C6A16E"/>
                </a:solidFill>
                <a:latin typeface="Arial"/>
                <a:cs typeface="Arial"/>
              </a:rPr>
              <a:t>3</a:t>
            </a:r>
            <a:r>
              <a:rPr sz="500" spc="-25" dirty="0">
                <a:solidFill>
                  <a:srgbClr val="52796E"/>
                </a:solidFill>
                <a:latin typeface="Arial"/>
                <a:cs typeface="Arial"/>
              </a:rPr>
              <a:t>0</a:t>
            </a:r>
            <a:r>
              <a:rPr sz="500" spc="-25" dirty="0">
                <a:solidFill>
                  <a:srgbClr val="6EB8E8"/>
                </a:solidFill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3480842" y="7346840"/>
            <a:ext cx="327660" cy="31242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800" spc="-10" dirty="0">
                <a:solidFill>
                  <a:srgbClr val="282828"/>
                </a:solidFill>
                <a:latin typeface="Arial"/>
                <a:cs typeface="Arial"/>
              </a:rPr>
              <a:t>14:30</a:t>
            </a:r>
            <a:endParaRPr sz="8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265"/>
              </a:spcBef>
            </a:pPr>
            <a:r>
              <a:rPr sz="500" spc="-30" dirty="0">
                <a:solidFill>
                  <a:srgbClr val="89B6E2"/>
                </a:solidFill>
                <a:latin typeface="Arial"/>
                <a:cs typeface="Arial"/>
              </a:rPr>
              <a:t>Hyd</a:t>
            </a:r>
            <a:r>
              <a:rPr sz="500" spc="-90" dirty="0">
                <a:solidFill>
                  <a:srgbClr val="89B6E2"/>
                </a:solidFill>
                <a:latin typeface="Arial"/>
                <a:cs typeface="Arial"/>
              </a:rPr>
              <a:t> </a:t>
            </a:r>
            <a:r>
              <a:rPr sz="500" spc="-25" dirty="0">
                <a:solidFill>
                  <a:srgbClr val="7E7E7E"/>
                </a:solidFill>
                <a:latin typeface="Arial"/>
                <a:cs typeface="Arial"/>
              </a:rPr>
              <a:t>eraBad</a:t>
            </a:r>
            <a:endParaRPr sz="500">
              <a:latin typeface="Arial"/>
              <a:cs typeface="Arial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30659" y="8027398"/>
            <a:ext cx="422226" cy="45783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30659" y="8169833"/>
            <a:ext cx="300137" cy="91567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318798" y="8308898"/>
            <a:ext cx="78295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dirty="0">
                <a:solidFill>
                  <a:srgbClr val="CFA380"/>
                </a:solidFill>
                <a:latin typeface="Arial"/>
                <a:cs typeface="Arial"/>
              </a:rPr>
              <a:t>per</a:t>
            </a:r>
            <a:r>
              <a:rPr sz="500" spc="5" dirty="0">
                <a:solidFill>
                  <a:srgbClr val="CFA380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passenger</a:t>
            </a:r>
            <a:r>
              <a:rPr sz="500" spc="3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demo</a:t>
            </a:r>
            <a:r>
              <a:rPr sz="500" spc="7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7E7E7E"/>
                </a:solidFill>
                <a:latin typeface="Arial"/>
                <a:cs typeface="Arial"/>
              </a:rPr>
              <a:t>fare</a:t>
            </a:r>
            <a:endParaRPr sz="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5572" y="8464881"/>
            <a:ext cx="803910" cy="234315"/>
          </a:xfrm>
          <a:prstGeom prst="rect">
            <a:avLst/>
          </a:prstGeom>
          <a:solidFill>
            <a:srgbClr val="52796E"/>
          </a:solidFill>
        </p:spPr>
        <p:txBody>
          <a:bodyPr vert="horz" wrap="square" lIns="0" tIns="7112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560"/>
              </a:spcBef>
            </a:pPr>
            <a:r>
              <a:rPr sz="600" spc="-45" dirty="0">
                <a:solidFill>
                  <a:srgbClr val="FFFFFF"/>
                </a:solidFill>
                <a:latin typeface="Arial"/>
                <a:cs typeface="Arial"/>
              </a:rPr>
              <a:t>Se4eW</a:t>
            </a:r>
            <a:r>
              <a:rPr sz="6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endParaRPr sz="600">
              <a:latin typeface="Arial"/>
              <a:cs typeface="Arial"/>
            </a:endParaRPr>
          </a:p>
        </p:txBody>
      </p:sp>
      <p:pic>
        <p:nvPicPr>
          <p:cNvPr id="41" name="object 4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81530" y="9085505"/>
            <a:ext cx="206026" cy="55957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313901" y="9172537"/>
            <a:ext cx="860425" cy="42164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650" b="1" dirty="0">
                <a:solidFill>
                  <a:srgbClr val="282828"/>
                </a:solidFill>
                <a:latin typeface="Arial"/>
                <a:cs typeface="Arial"/>
              </a:rPr>
              <a:t>GreenLine</a:t>
            </a:r>
            <a:r>
              <a:rPr sz="650" b="1" spc="-4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650" b="1" spc="-10" dirty="0">
                <a:solidFill>
                  <a:srgbClr val="282828"/>
                </a:solidFill>
                <a:latin typeface="Arial"/>
                <a:cs typeface="Arial"/>
              </a:rPr>
              <a:t>Travels</a:t>
            </a:r>
            <a:endParaRPr sz="65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400"/>
              </a:spcBef>
            </a:pPr>
            <a:r>
              <a:rPr sz="550" spc="-65" dirty="0">
                <a:solidFill>
                  <a:srgbClr val="7E7E7E"/>
                </a:solidFill>
                <a:latin typeface="Arial"/>
                <a:cs typeface="Arial"/>
              </a:rPr>
              <a:t>AC</a:t>
            </a:r>
            <a:r>
              <a:rPr sz="550" spc="-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7E7E7E"/>
                </a:solidFill>
                <a:latin typeface="Arial"/>
                <a:cs typeface="Arial"/>
              </a:rPr>
              <a:t>Sleeper</a:t>
            </a:r>
            <a:endParaRPr sz="55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185"/>
              </a:spcBef>
            </a:pPr>
            <a:r>
              <a:rPr sz="550" dirty="0">
                <a:solidFill>
                  <a:srgbClr val="7E7E7E"/>
                </a:solidFill>
                <a:latin typeface="Arial"/>
                <a:cs typeface="Arial"/>
              </a:rPr>
              <a:t>AC</a:t>
            </a:r>
            <a:r>
              <a:rPr sz="550" spc="15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7E7E7E"/>
                </a:solidFill>
                <a:latin typeface="Arial"/>
                <a:cs typeface="Arial"/>
              </a:rPr>
              <a:t>Sleeper</a:t>
            </a:r>
            <a:r>
              <a:rPr sz="550" spc="17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7E7E7E"/>
                </a:solidFill>
                <a:latin typeface="Arial"/>
                <a:cs typeface="Arial"/>
              </a:rPr>
              <a:t>Charging</a:t>
            </a:r>
            <a:r>
              <a:rPr sz="550" spc="-10" dirty="0">
                <a:solidFill>
                  <a:srgbClr val="7E7E7E"/>
                </a:solidFill>
                <a:latin typeface="Arial"/>
                <a:cs typeface="Arial"/>
              </a:rPr>
              <a:t> point</a:t>
            </a:r>
            <a:endParaRPr sz="550">
              <a:latin typeface="Arial"/>
              <a:cs typeface="Arial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897477" y="9233029"/>
            <a:ext cx="284875" cy="76306"/>
          </a:xfrm>
          <a:prstGeom prst="rect">
            <a:avLst/>
          </a:prstGeom>
        </p:spPr>
      </p:pic>
      <p:sp>
        <p:nvSpPr>
          <p:cNvPr id="89" name="object 89"/>
          <p:cNvSpPr txBox="1"/>
          <p:nvPr/>
        </p:nvSpPr>
        <p:spPr>
          <a:xfrm>
            <a:off x="2736981" y="9280527"/>
            <a:ext cx="22352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20" dirty="0">
                <a:solidFill>
                  <a:srgbClr val="AC8C6E"/>
                </a:solidFill>
                <a:latin typeface="Arial"/>
                <a:cs typeface="Arial"/>
              </a:rPr>
              <a:t>6</a:t>
            </a:r>
            <a:r>
              <a:rPr sz="500" spc="-20" dirty="0">
                <a:solidFill>
                  <a:srgbClr val="6EB8E8"/>
                </a:solidFill>
                <a:latin typeface="Arial"/>
                <a:cs typeface="Arial"/>
              </a:rPr>
              <a:t>h </a:t>
            </a:r>
            <a:r>
              <a:rPr sz="500" spc="-25" dirty="0">
                <a:solidFill>
                  <a:srgbClr val="AC8C6E"/>
                </a:solidFill>
                <a:latin typeface="Arial"/>
                <a:cs typeface="Arial"/>
              </a:rPr>
              <a:t>00</a:t>
            </a:r>
            <a:r>
              <a:rPr sz="500" spc="-25" dirty="0">
                <a:solidFill>
                  <a:srgbClr val="6EB8E8"/>
                </a:solidFill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943260" y="9390729"/>
            <a:ext cx="81392" cy="45783"/>
          </a:xfrm>
          <a:prstGeom prst="rect">
            <a:avLst/>
          </a:prstGeom>
        </p:spPr>
      </p:pic>
      <p:sp>
        <p:nvSpPr>
          <p:cNvPr id="68" name="object 68"/>
          <p:cNvSpPr txBox="1"/>
          <p:nvPr/>
        </p:nvSpPr>
        <p:spPr>
          <a:xfrm>
            <a:off x="1884494" y="9341571"/>
            <a:ext cx="31940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10" dirty="0">
                <a:solidFill>
                  <a:srgbClr val="7E7E7E"/>
                </a:solidFill>
                <a:latin typeface="Arial"/>
                <a:cs typeface="Arial"/>
              </a:rPr>
              <a:t>Vi'a</a:t>
            </a:r>
            <a:r>
              <a:rPr sz="500" spc="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45" dirty="0">
                <a:solidFill>
                  <a:srgbClr val="7E7E7E"/>
                </a:solidFill>
                <a:latin typeface="Arial"/>
                <a:cs typeface="Arial"/>
              </a:rPr>
              <a:t>a\•zada</a:t>
            </a:r>
            <a:endParaRPr sz="5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3483717" y="9145807"/>
            <a:ext cx="324485" cy="29908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800" spc="-10" dirty="0">
                <a:solidFill>
                  <a:srgbClr val="282828"/>
                </a:solidFill>
                <a:latin typeface="Arial Black"/>
                <a:cs typeface="Arial Black"/>
              </a:rPr>
              <a:t>12:30</a:t>
            </a:r>
            <a:endParaRPr sz="800">
              <a:latin typeface="Arial Black"/>
              <a:cs typeface="Arial Black"/>
            </a:endParaRPr>
          </a:p>
          <a:p>
            <a:pPr marL="20955">
              <a:lnSpc>
                <a:spcPct val="100000"/>
              </a:lnSpc>
              <a:spcBef>
                <a:spcPts val="220"/>
              </a:spcBef>
            </a:pPr>
            <a:r>
              <a:rPr sz="500" spc="-30" dirty="0">
                <a:solidFill>
                  <a:srgbClr val="89B6E2"/>
                </a:solidFill>
                <a:latin typeface="Arial"/>
                <a:cs typeface="Arial"/>
              </a:rPr>
              <a:t>Hyd</a:t>
            </a:r>
            <a:r>
              <a:rPr sz="500" spc="-90" dirty="0">
                <a:solidFill>
                  <a:srgbClr val="89B6E2"/>
                </a:solidFill>
                <a:latin typeface="Arial"/>
                <a:cs typeface="Arial"/>
              </a:rPr>
              <a:t> </a:t>
            </a:r>
            <a:r>
              <a:rPr sz="500" spc="-25" dirty="0">
                <a:solidFill>
                  <a:srgbClr val="7E7E7E"/>
                </a:solidFill>
                <a:latin typeface="Arial"/>
                <a:cs typeface="Arial"/>
              </a:rPr>
              <a:t>eraBad</a:t>
            </a:r>
            <a:endParaRPr sz="500">
              <a:latin typeface="Arial"/>
              <a:cs typeface="Arial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30659" y="9818043"/>
            <a:ext cx="422226" cy="45783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30659" y="9955396"/>
            <a:ext cx="300137" cy="91567"/>
          </a:xfrm>
          <a:prstGeom prst="rect">
            <a:avLst/>
          </a:prstGeom>
        </p:spPr>
      </p:pic>
      <p:sp>
        <p:nvSpPr>
          <p:cNvPr id="58" name="object 58"/>
          <p:cNvSpPr txBox="1"/>
          <p:nvPr/>
        </p:nvSpPr>
        <p:spPr>
          <a:xfrm>
            <a:off x="318798" y="10094462"/>
            <a:ext cx="78295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dirty="0">
                <a:solidFill>
                  <a:srgbClr val="CFA380"/>
                </a:solidFill>
                <a:latin typeface="Arial"/>
                <a:cs typeface="Arial"/>
              </a:rPr>
              <a:t>per</a:t>
            </a:r>
            <a:r>
              <a:rPr sz="500" spc="5" dirty="0">
                <a:solidFill>
                  <a:srgbClr val="CFA380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passenger</a:t>
            </a:r>
            <a:r>
              <a:rPr sz="500" spc="3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demo</a:t>
            </a:r>
            <a:r>
              <a:rPr sz="500" spc="7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7E7E7E"/>
                </a:solidFill>
                <a:latin typeface="Arial"/>
                <a:cs typeface="Arial"/>
              </a:rPr>
              <a:t>fare</a:t>
            </a:r>
            <a:endParaRPr sz="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5572" y="10250445"/>
            <a:ext cx="803910" cy="239395"/>
          </a:xfrm>
          <a:prstGeom prst="rect">
            <a:avLst/>
          </a:prstGeom>
          <a:solidFill>
            <a:srgbClr val="52796E"/>
          </a:solidFill>
        </p:spPr>
        <p:txBody>
          <a:bodyPr vert="horz" wrap="square" lIns="0" tIns="7112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560"/>
              </a:spcBef>
            </a:pPr>
            <a:r>
              <a:rPr sz="600" spc="-45" dirty="0">
                <a:solidFill>
                  <a:srgbClr val="FFFFFF"/>
                </a:solidFill>
                <a:latin typeface="Arial"/>
                <a:cs typeface="Arial"/>
              </a:rPr>
              <a:t>Se4eW</a:t>
            </a:r>
            <a:r>
              <a:rPr sz="6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endParaRPr sz="6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92372" y="10779814"/>
            <a:ext cx="1631950" cy="424815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150" spc="-10" dirty="0">
                <a:solidFill>
                  <a:srgbClr val="282828"/>
                </a:solidFill>
                <a:latin typeface="Arial"/>
                <a:cs typeface="Arial"/>
              </a:rPr>
              <a:t>The</a:t>
            </a:r>
            <a:r>
              <a:rPr sz="1150" spc="-7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150" b="1" spc="-35" dirty="0">
                <a:solidFill>
                  <a:srgbClr val="282828"/>
                </a:solidFill>
                <a:latin typeface="Arial"/>
                <a:cs typeface="Arial"/>
              </a:rPr>
              <a:t>Wanderly</a:t>
            </a:r>
            <a:r>
              <a:rPr sz="1150" b="1" spc="-3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150" spc="-10" dirty="0">
                <a:solidFill>
                  <a:srgbClr val="282828"/>
                </a:solidFill>
                <a:latin typeface="Arial"/>
                <a:cs typeface="Arial"/>
              </a:rPr>
              <a:t>difference</a:t>
            </a:r>
            <a:endParaRPr sz="115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350"/>
              </a:spcBef>
            </a:pPr>
            <a:r>
              <a:rPr sz="500" spc="10" dirty="0">
                <a:solidFill>
                  <a:srgbClr val="7E7E7E"/>
                </a:solidFill>
                <a:latin typeface="Arial"/>
                <a:cs typeface="Arial"/>
              </a:rPr>
              <a:t>Thoug</a:t>
            </a:r>
            <a:r>
              <a:rPr sz="500" spc="-4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77A1BF"/>
                </a:solidFill>
                <a:latin typeface="Arial"/>
                <a:cs typeface="Arial"/>
              </a:rPr>
              <a:t>htfuI</a:t>
            </a:r>
            <a:r>
              <a:rPr sz="500" spc="55" dirty="0">
                <a:solidFill>
                  <a:srgbClr val="77A1BF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7E7E7E"/>
                </a:solidFill>
                <a:latin typeface="Arial"/>
                <a:cs typeface="Arial"/>
              </a:rPr>
              <a:t>features</a:t>
            </a:r>
            <a:r>
              <a:rPr sz="500" spc="114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7E7E7E"/>
                </a:solidFill>
                <a:latin typeface="Arial"/>
                <a:cs typeface="Arial"/>
              </a:rPr>
              <a:t>for</a:t>
            </a:r>
            <a:r>
              <a:rPr sz="500" spc="15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B59380"/>
                </a:solidFill>
                <a:latin typeface="Arial"/>
                <a:cs typeface="Arial"/>
              </a:rPr>
              <a:t>a</a:t>
            </a:r>
            <a:r>
              <a:rPr sz="500" spc="114" dirty="0">
                <a:solidFill>
                  <a:srgbClr val="B59380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7E7E7E"/>
                </a:solidFill>
                <a:latin typeface="Arial"/>
                <a:cs typeface="Arial"/>
              </a:rPr>
              <a:t>smoother</a:t>
            </a:r>
            <a:r>
              <a:rPr sz="500" spc="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7E7E7E"/>
                </a:solidFill>
                <a:latin typeface="Arial"/>
                <a:cs typeface="Arial"/>
              </a:rPr>
              <a:t>journey.</a:t>
            </a:r>
            <a:endParaRPr sz="500">
              <a:latin typeface="Arial"/>
              <a:cs typeface="Arial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66269" y="11524753"/>
            <a:ext cx="94110" cy="134807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316137" y="11691064"/>
            <a:ext cx="1945639" cy="32004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650" b="1" dirty="0">
                <a:solidFill>
                  <a:srgbClr val="282828"/>
                </a:solidFill>
                <a:latin typeface="Arial"/>
                <a:cs typeface="Arial"/>
              </a:rPr>
              <a:t>Travel</a:t>
            </a:r>
            <a:r>
              <a:rPr sz="650" b="1" spc="-2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650" b="1" dirty="0">
                <a:solidFill>
                  <a:srgbClr val="282828"/>
                </a:solidFill>
                <a:latin typeface="Arial"/>
                <a:cs typeface="Arial"/>
              </a:rPr>
              <a:t>your</a:t>
            </a:r>
            <a:r>
              <a:rPr sz="650" b="1" spc="4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650" b="1" spc="-25" dirty="0">
                <a:solidFill>
                  <a:srgbClr val="282828"/>
                </a:solidFill>
                <a:latin typeface="Arial"/>
                <a:cs typeface="Arial"/>
              </a:rPr>
              <a:t>way</a:t>
            </a:r>
            <a:endParaRPr sz="65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395"/>
              </a:spcBef>
            </a:pPr>
            <a:r>
              <a:rPr sz="600" spc="-65" dirty="0">
                <a:solidFill>
                  <a:srgbClr val="8AC3E4"/>
                </a:solidFill>
                <a:latin typeface="Arial"/>
                <a:cs typeface="Arial"/>
              </a:rPr>
              <a:t>Compare</a:t>
            </a:r>
            <a:r>
              <a:rPr sz="600" spc="40" dirty="0">
                <a:solidFill>
                  <a:srgbClr val="8AC3E4"/>
                </a:solidFill>
                <a:latin typeface="Arial"/>
                <a:cs typeface="Arial"/>
              </a:rPr>
              <a:t> </a:t>
            </a:r>
            <a:r>
              <a:rPr sz="600" spc="-40" dirty="0">
                <a:solidFill>
                  <a:srgbClr val="64757C"/>
                </a:solidFill>
                <a:latin typeface="Arial"/>
                <a:cs typeface="Arial"/>
              </a:rPr>
              <a:t>different</a:t>
            </a:r>
            <a:r>
              <a:rPr sz="600" spc="35" dirty="0">
                <a:solidFill>
                  <a:srgbClr val="64757C"/>
                </a:solidFill>
                <a:latin typeface="Arial"/>
                <a:cs typeface="Arial"/>
              </a:rPr>
              <a:t> </a:t>
            </a:r>
            <a:r>
              <a:rPr sz="600" spc="-60" dirty="0">
                <a:solidFill>
                  <a:srgbClr val="64756D"/>
                </a:solidFill>
                <a:latin typeface="Arial"/>
                <a:cs typeface="Arial"/>
              </a:rPr>
              <a:t>services</a:t>
            </a:r>
            <a:r>
              <a:rPr sz="600" spc="20" dirty="0">
                <a:solidFill>
                  <a:srgbClr val="64756D"/>
                </a:solidFill>
                <a:latin typeface="Arial"/>
                <a:cs typeface="Arial"/>
              </a:rPr>
              <a:t> </a:t>
            </a:r>
            <a:r>
              <a:rPr sz="600" spc="-55" dirty="0">
                <a:solidFill>
                  <a:srgbClr val="649ABA"/>
                </a:solidFill>
                <a:latin typeface="Arial"/>
                <a:cs typeface="Arial"/>
              </a:rPr>
              <a:t>and</a:t>
            </a:r>
            <a:r>
              <a:rPr sz="600" spc="15" dirty="0">
                <a:solidFill>
                  <a:srgbClr val="649ABA"/>
                </a:solidFill>
                <a:latin typeface="Arial"/>
                <a:cs typeface="Arial"/>
              </a:rPr>
              <a:t> </a:t>
            </a:r>
            <a:r>
              <a:rPr sz="600" spc="-70" dirty="0">
                <a:solidFill>
                  <a:srgbClr val="BA9A6D"/>
                </a:solidFill>
                <a:latin typeface="Arial"/>
                <a:cs typeface="Arial"/>
              </a:rPr>
              <a:t>choose</a:t>
            </a:r>
            <a:r>
              <a:rPr sz="600" spc="35" dirty="0">
                <a:solidFill>
                  <a:srgbClr val="BA9A6D"/>
                </a:solidFill>
                <a:latin typeface="Arial"/>
                <a:cs typeface="Arial"/>
              </a:rPr>
              <a:t> </a:t>
            </a:r>
            <a:r>
              <a:rPr sz="600" spc="-65" dirty="0">
                <a:solidFill>
                  <a:srgbClr val="777777"/>
                </a:solidFill>
                <a:latin typeface="Arial"/>
                <a:cs typeface="Arial"/>
              </a:rPr>
              <a:t>what</a:t>
            </a:r>
            <a:r>
              <a:rPr sz="600" spc="35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600" spc="-55" dirty="0">
                <a:solidFill>
                  <a:srgbClr val="759ABA"/>
                </a:solidFill>
                <a:latin typeface="Arial"/>
                <a:cs typeface="Arial"/>
              </a:rPr>
              <a:t>works</a:t>
            </a:r>
            <a:r>
              <a:rPr sz="600" spc="20" dirty="0">
                <a:solidFill>
                  <a:srgbClr val="759ABA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75AED1"/>
                </a:solidFill>
                <a:latin typeface="Arial"/>
                <a:cs typeface="Arial"/>
              </a:rPr>
              <a:t>for </a:t>
            </a:r>
            <a:r>
              <a:rPr sz="600" spc="-50" dirty="0">
                <a:solidFill>
                  <a:srgbClr val="649ABA"/>
                </a:solidFill>
                <a:latin typeface="Arial"/>
                <a:cs typeface="Arial"/>
              </a:rPr>
              <a:t>your</a:t>
            </a:r>
            <a:r>
              <a:rPr sz="600" spc="5" dirty="0">
                <a:solidFill>
                  <a:srgbClr val="649ABA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75AED1"/>
                </a:solidFill>
                <a:latin typeface="Arial"/>
                <a:cs typeface="Arial"/>
              </a:rPr>
              <a:t>plans.</a:t>
            </a:r>
            <a:endParaRPr sz="600">
              <a:latin typeface="Arial"/>
              <a:cs typeface="Arial"/>
            </a:endParaRPr>
          </a:p>
        </p:txBody>
      </p:sp>
      <p:pic>
        <p:nvPicPr>
          <p:cNvPr id="33" name="object 3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56094" y="12425168"/>
            <a:ext cx="150068" cy="99197"/>
          </a:xfrm>
          <a:prstGeom prst="rect">
            <a:avLst/>
          </a:prstGeom>
        </p:spPr>
      </p:pic>
      <p:sp>
        <p:nvSpPr>
          <p:cNvPr id="69" name="object 69"/>
          <p:cNvSpPr txBox="1"/>
          <p:nvPr/>
        </p:nvSpPr>
        <p:spPr>
          <a:xfrm>
            <a:off x="317676" y="12637996"/>
            <a:ext cx="1730375" cy="26098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14"/>
              </a:spcBef>
            </a:pPr>
            <a:r>
              <a:rPr sz="650" b="1" dirty="0">
                <a:solidFill>
                  <a:srgbClr val="282828"/>
                </a:solidFill>
                <a:latin typeface="Arial"/>
                <a:cs typeface="Arial"/>
              </a:rPr>
              <a:t>Simple seat</a:t>
            </a:r>
            <a:r>
              <a:rPr sz="650" b="1" spc="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650" b="1" spc="-10" dirty="0">
                <a:solidFill>
                  <a:srgbClr val="282828"/>
                </a:solidFill>
                <a:latin typeface="Arial"/>
                <a:cs typeface="Arial"/>
              </a:rPr>
              <a:t>selection</a:t>
            </a:r>
            <a:endParaRPr sz="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500" dirty="0">
                <a:solidFill>
                  <a:srgbClr val="649ABA"/>
                </a:solidFill>
                <a:latin typeface="Arial"/>
                <a:cs typeface="Arial"/>
              </a:rPr>
              <a:t>View</a:t>
            </a:r>
            <a:r>
              <a:rPr sz="500" spc="25" dirty="0">
                <a:solidFill>
                  <a:srgbClr val="649ABA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8AC3E4"/>
                </a:solidFill>
                <a:latin typeface="Arial"/>
                <a:cs typeface="Arial"/>
              </a:rPr>
              <a:t>seat</a:t>
            </a:r>
            <a:r>
              <a:rPr sz="500" spc="15" dirty="0">
                <a:solidFill>
                  <a:srgbClr val="8AC3E4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77777"/>
                </a:solidFill>
                <a:latin typeface="Arial"/>
                <a:cs typeface="Arial"/>
              </a:rPr>
              <a:t>layouD</a:t>
            </a:r>
            <a:r>
              <a:rPr sz="500" spc="20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649ABA"/>
                </a:solidFill>
                <a:latin typeface="Arial"/>
                <a:cs typeface="Arial"/>
              </a:rPr>
              <a:t>and</a:t>
            </a:r>
            <a:r>
              <a:rPr sz="500" spc="-10" dirty="0">
                <a:solidFill>
                  <a:srgbClr val="649ABA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64756D"/>
                </a:solidFill>
                <a:latin typeface="Arial"/>
                <a:cs typeface="Arial"/>
              </a:rPr>
              <a:t>select</a:t>
            </a:r>
            <a:r>
              <a:rPr sz="500" spc="55" dirty="0">
                <a:solidFill>
                  <a:srgbClr val="64756D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585A7"/>
                </a:solidFill>
                <a:latin typeface="Arial"/>
                <a:cs typeface="Arial"/>
              </a:rPr>
              <a:t>your</a:t>
            </a:r>
            <a:r>
              <a:rPr sz="500" spc="20" dirty="0">
                <a:solidFill>
                  <a:srgbClr val="7585A7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57590"/>
                </a:solidFill>
                <a:latin typeface="Arial"/>
                <a:cs typeface="Arial"/>
              </a:rPr>
              <a:t>preferred</a:t>
            </a:r>
            <a:r>
              <a:rPr sz="500" spc="45" dirty="0">
                <a:solidFill>
                  <a:srgbClr val="757590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77777"/>
                </a:solidFill>
                <a:latin typeface="Arial"/>
                <a:cs typeface="Arial"/>
              </a:rPr>
              <a:t>available</a:t>
            </a:r>
            <a:r>
              <a:rPr sz="500" spc="30" dirty="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777777"/>
                </a:solidFill>
                <a:latin typeface="Arial"/>
                <a:cs typeface="Arial"/>
              </a:rPr>
              <a:t>seats</a:t>
            </a:r>
            <a:endParaRPr sz="500">
              <a:latin typeface="Arial"/>
              <a:cs typeface="Arial"/>
            </a:endParaRPr>
          </a:p>
        </p:txBody>
      </p:sp>
      <p:pic>
        <p:nvPicPr>
          <p:cNvPr id="34" name="object 3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56094" y="13315405"/>
            <a:ext cx="150068" cy="129720"/>
          </a:xfrm>
          <a:prstGeom prst="rect">
            <a:avLst/>
          </a:prstGeom>
        </p:spPr>
      </p:pic>
      <p:sp>
        <p:nvSpPr>
          <p:cNvPr id="70" name="object 70"/>
          <p:cNvSpPr txBox="1"/>
          <p:nvPr/>
        </p:nvSpPr>
        <p:spPr>
          <a:xfrm>
            <a:off x="318823" y="13533318"/>
            <a:ext cx="1990089" cy="26098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50" dirty="0">
                <a:solidFill>
                  <a:srgbClr val="282828"/>
                </a:solidFill>
                <a:latin typeface="Arial"/>
                <a:cs typeface="Arial"/>
              </a:rPr>
              <a:t>Clear</a:t>
            </a:r>
            <a:r>
              <a:rPr sz="650" spc="13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282828"/>
                </a:solidFill>
                <a:latin typeface="Arial"/>
                <a:cs typeface="Arial"/>
              </a:rPr>
              <a:t>fare</a:t>
            </a:r>
            <a:r>
              <a:rPr sz="650" spc="5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282828"/>
                </a:solidFill>
                <a:latin typeface="Arial"/>
                <a:cs typeface="Arial"/>
              </a:rPr>
              <a:t>summary</a:t>
            </a:r>
            <a:endParaRPr sz="65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455"/>
              </a:spcBef>
            </a:pPr>
            <a:r>
              <a:rPr sz="500" spc="-20" dirty="0">
                <a:solidFill>
                  <a:srgbClr val="649ABA"/>
                </a:solidFill>
                <a:latin typeface="Arial"/>
                <a:cs typeface="Arial"/>
              </a:rPr>
              <a:t>Review</a:t>
            </a:r>
            <a:r>
              <a:rPr sz="500" spc="100" dirty="0">
                <a:solidFill>
                  <a:srgbClr val="649ABA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649ABA"/>
                </a:solidFill>
                <a:latin typeface="Arial"/>
                <a:cs typeface="Arial"/>
              </a:rPr>
              <a:t>your</a:t>
            </a:r>
            <a:r>
              <a:rPr sz="500" spc="75" dirty="0">
                <a:solidFill>
                  <a:srgbClr val="649ABA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5AED1"/>
                </a:solidFill>
                <a:latin typeface="Arial"/>
                <a:cs typeface="Arial"/>
              </a:rPr>
              <a:t>estimated</a:t>
            </a:r>
            <a:r>
              <a:rPr sz="500" spc="60" dirty="0">
                <a:solidFill>
                  <a:srgbClr val="75AED1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8AC3E4"/>
                </a:solidFill>
                <a:latin typeface="Arial"/>
                <a:cs typeface="Arial"/>
              </a:rPr>
              <a:t>total</a:t>
            </a:r>
            <a:r>
              <a:rPr sz="500" spc="45" dirty="0">
                <a:solidFill>
                  <a:srgbClr val="8AC3E4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649ABA"/>
                </a:solidFill>
                <a:latin typeface="Arial"/>
                <a:cs typeface="Arial"/>
              </a:rPr>
              <a:t>before</a:t>
            </a:r>
            <a:r>
              <a:rPr sz="500" spc="50" dirty="0">
                <a:solidFill>
                  <a:srgbClr val="649ABA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8A756D"/>
                </a:solidFill>
                <a:latin typeface="Arial"/>
                <a:cs typeface="Arial"/>
              </a:rPr>
              <a:t>confirming</a:t>
            </a:r>
            <a:r>
              <a:rPr sz="500" spc="114" dirty="0">
                <a:solidFill>
                  <a:srgbClr val="8A756D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649ABA"/>
                </a:solidFill>
                <a:latin typeface="Arial"/>
                <a:cs typeface="Arial"/>
              </a:rPr>
              <a:t>your</a:t>
            </a:r>
            <a:r>
              <a:rPr sz="500" spc="75" dirty="0">
                <a:solidFill>
                  <a:srgbClr val="649ABA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8AC3E4"/>
                </a:solidFill>
                <a:latin typeface="Arial"/>
                <a:cs typeface="Arial"/>
              </a:rPr>
              <a:t>demo</a:t>
            </a:r>
            <a:r>
              <a:rPr sz="500" spc="85" dirty="0">
                <a:solidFill>
                  <a:srgbClr val="8AC3E4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649ABA"/>
                </a:solidFill>
                <a:latin typeface="Arial"/>
                <a:cs typeface="Arial"/>
              </a:rPr>
              <a:t>booking.</a:t>
            </a:r>
            <a:endParaRPr sz="5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88605" y="14143294"/>
            <a:ext cx="1584960" cy="38100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150" dirty="0">
                <a:solidFill>
                  <a:srgbClr val="282828"/>
                </a:solidFill>
                <a:latin typeface="Arial"/>
                <a:cs typeface="Arial"/>
              </a:rPr>
              <a:t>Complete</a:t>
            </a:r>
            <a:r>
              <a:rPr sz="1150" spc="6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282828"/>
                </a:solidFill>
                <a:latin typeface="Arial"/>
                <a:cs typeface="Arial"/>
              </a:rPr>
              <a:t>your</a:t>
            </a:r>
            <a:r>
              <a:rPr sz="1150" spc="5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150" spc="-10" dirty="0">
                <a:solidFill>
                  <a:srgbClr val="282828"/>
                </a:solidFill>
                <a:latin typeface="Arial"/>
                <a:cs typeface="Arial"/>
              </a:rPr>
              <a:t>journey</a:t>
            </a:r>
            <a:endParaRPr sz="115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254"/>
              </a:spcBef>
            </a:pPr>
            <a:r>
              <a:rPr sz="600" spc="-45" dirty="0">
                <a:solidFill>
                  <a:srgbClr val="7E7E7E"/>
                </a:solidFill>
                <a:latin typeface="Arial"/>
                <a:cs typeface="Arial"/>
              </a:rPr>
              <a:t>Choose</a:t>
            </a:r>
            <a:r>
              <a:rPr sz="600" spc="5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600" spc="-120" dirty="0">
                <a:solidFill>
                  <a:srgbClr val="9C8580"/>
                </a:solidFill>
                <a:latin typeface="Arial"/>
                <a:cs typeface="Arial"/>
              </a:rPr>
              <a:t>a</a:t>
            </a:r>
            <a:r>
              <a:rPr sz="600" spc="10" dirty="0">
                <a:solidFill>
                  <a:srgbClr val="9C8580"/>
                </a:solidFill>
                <a:latin typeface="Arial"/>
                <a:cs typeface="Arial"/>
              </a:rPr>
              <a:t> </a:t>
            </a:r>
            <a:r>
              <a:rPr sz="600" spc="-40" dirty="0">
                <a:solidFill>
                  <a:srgbClr val="89B3D6"/>
                </a:solidFill>
                <a:latin typeface="Arial"/>
                <a:cs typeface="Arial"/>
              </a:rPr>
              <a:t>service</a:t>
            </a:r>
            <a:r>
              <a:rPr sz="600" spc="45" dirty="0">
                <a:solidFill>
                  <a:srgbClr val="89B3D6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7E7E7E"/>
                </a:solidFill>
                <a:latin typeface="Arial"/>
                <a:cs typeface="Arial"/>
              </a:rPr>
              <a:t>first,</a:t>
            </a:r>
            <a:r>
              <a:rPr sz="600" spc="-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89B3D6"/>
                </a:solidFill>
                <a:latin typeface="Arial"/>
                <a:cs typeface="Arial"/>
              </a:rPr>
              <a:t>then </a:t>
            </a:r>
            <a:r>
              <a:rPr sz="600" spc="-35" dirty="0">
                <a:solidFill>
                  <a:srgbClr val="77A1BF"/>
                </a:solidFill>
                <a:latin typeface="Arial"/>
                <a:cs typeface="Arial"/>
              </a:rPr>
              <a:t>add</a:t>
            </a:r>
            <a:r>
              <a:rPr sz="600" spc="5" dirty="0">
                <a:solidFill>
                  <a:srgbClr val="77A1BF"/>
                </a:solidFill>
                <a:latin typeface="Arial"/>
                <a:cs typeface="Arial"/>
              </a:rPr>
              <a:t> </a:t>
            </a:r>
            <a:r>
              <a:rPr sz="600" spc="-40" dirty="0">
                <a:solidFill>
                  <a:srgbClr val="77A1BF"/>
                </a:solidFill>
                <a:latin typeface="Arial"/>
                <a:cs typeface="Arial"/>
              </a:rPr>
              <a:t>passenger</a:t>
            </a:r>
            <a:r>
              <a:rPr sz="600" spc="15" dirty="0">
                <a:solidFill>
                  <a:srgbClr val="77A1B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7E7E7E"/>
                </a:solidFill>
                <a:latin typeface="Arial"/>
                <a:cs typeface="Arial"/>
              </a:rPr>
              <a:t>details.</a:t>
            </a:r>
            <a:endParaRPr sz="6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36068" y="14843748"/>
            <a:ext cx="984250" cy="6908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5725" marR="98425" indent="1905">
              <a:lnSpc>
                <a:spcPct val="133500"/>
              </a:lnSpc>
              <a:spcBef>
                <a:spcPts val="90"/>
              </a:spcBef>
            </a:pPr>
            <a:r>
              <a:rPr sz="550" dirty="0">
                <a:solidFill>
                  <a:srgbClr val="282828"/>
                </a:solidFill>
                <a:latin typeface="Arial"/>
                <a:cs typeface="Arial"/>
              </a:rPr>
              <a:t>Sunrise</a:t>
            </a:r>
            <a:r>
              <a:rPr sz="550" spc="6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282828"/>
                </a:solidFill>
                <a:latin typeface="Arial"/>
                <a:cs typeface="Arial"/>
              </a:rPr>
              <a:t>Express</a:t>
            </a:r>
            <a:r>
              <a:rPr sz="550" spc="50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162B75"/>
                </a:solidFill>
                <a:latin typeface="Arial"/>
                <a:cs typeface="Arial"/>
              </a:rPr>
              <a:t>Vjayawada</a:t>
            </a:r>
            <a:r>
              <a:rPr sz="550" spc="110" dirty="0">
                <a:solidFill>
                  <a:srgbClr val="162B75"/>
                </a:solidFill>
                <a:latin typeface="Arial"/>
                <a:cs typeface="Arial"/>
              </a:rPr>
              <a:t> </a:t>
            </a:r>
            <a:r>
              <a:rPr sz="550" spc="-35" dirty="0">
                <a:solidFill>
                  <a:srgbClr val="B3B3B3"/>
                </a:solidFill>
                <a:latin typeface="Arial"/>
                <a:cs typeface="Arial"/>
              </a:rPr>
              <a:t>-</a:t>
            </a:r>
            <a:r>
              <a:rPr sz="550" spc="-60" dirty="0">
                <a:solidFill>
                  <a:srgbClr val="B3B3B3"/>
                </a:solidFill>
                <a:latin typeface="Arial"/>
                <a:cs typeface="Arial"/>
              </a:rPr>
              <a:t>+</a:t>
            </a:r>
            <a:r>
              <a:rPr sz="550" spc="-5" dirty="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382B75"/>
                </a:solidFill>
                <a:latin typeface="Arial"/>
                <a:cs typeface="Arial"/>
              </a:rPr>
              <a:t>Hyderabad</a:t>
            </a:r>
            <a:endParaRPr sz="550">
              <a:latin typeface="Arial"/>
              <a:cs typeface="Arial"/>
            </a:endParaRP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r>
              <a:rPr sz="550" dirty="0">
                <a:solidFill>
                  <a:srgbClr val="382B75"/>
                </a:solidFill>
                <a:latin typeface="Arial"/>
                <a:cs typeface="Arial"/>
              </a:rPr>
              <a:t>Bus</a:t>
            </a:r>
            <a:r>
              <a:rPr sz="550" spc="270" dirty="0">
                <a:solidFill>
                  <a:srgbClr val="382B75"/>
                </a:solidFill>
                <a:latin typeface="Arial"/>
                <a:cs typeface="Arial"/>
              </a:rPr>
              <a:t> </a:t>
            </a:r>
            <a:r>
              <a:rPr sz="550" spc="-70" dirty="0">
                <a:solidFill>
                  <a:srgbClr val="1674B5"/>
                </a:solidFill>
                <a:latin typeface="Arial"/>
                <a:cs typeface="Arial"/>
              </a:rPr>
              <a:t>AC</a:t>
            </a:r>
            <a:r>
              <a:rPr sz="550" spc="15" dirty="0">
                <a:solidFill>
                  <a:srgbClr val="1674B5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3897D3"/>
                </a:solidFill>
                <a:latin typeface="Arial"/>
                <a:cs typeface="Arial"/>
              </a:rPr>
              <a:t>Seater</a:t>
            </a:r>
            <a:r>
              <a:rPr sz="550" spc="265" dirty="0">
                <a:solidFill>
                  <a:srgbClr val="3897D3"/>
                </a:solidFill>
                <a:latin typeface="Arial"/>
                <a:cs typeface="Arial"/>
              </a:rPr>
              <a:t> </a:t>
            </a:r>
            <a:r>
              <a:rPr sz="550" spc="-55" dirty="0">
                <a:solidFill>
                  <a:srgbClr val="282828"/>
                </a:solidFill>
                <a:latin typeface="Arial"/>
                <a:cs typeface="Arial"/>
              </a:rPr>
              <a:t>2O26-</a:t>
            </a:r>
            <a:r>
              <a:rPr sz="550" spc="-65" dirty="0">
                <a:solidFill>
                  <a:srgbClr val="282828"/>
                </a:solidFill>
                <a:latin typeface="Arial"/>
                <a:cs typeface="Arial"/>
              </a:rPr>
              <a:t>10—</a:t>
            </a:r>
            <a:r>
              <a:rPr sz="550" spc="-25" dirty="0">
                <a:solidFill>
                  <a:srgbClr val="282828"/>
                </a:solidFill>
                <a:latin typeface="Arial"/>
                <a:cs typeface="Arial"/>
              </a:rPr>
              <a:t>20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750" spc="-10" dirty="0">
                <a:solidFill>
                  <a:srgbClr val="282828"/>
                </a:solidFill>
                <a:latin typeface="Arial"/>
                <a:cs typeface="Arial"/>
              </a:rPr>
              <a:t>Passenger</a:t>
            </a:r>
            <a:r>
              <a:rPr sz="750" spc="2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750" spc="-10" dirty="0">
                <a:solidFill>
                  <a:srgbClr val="282828"/>
                </a:solidFill>
                <a:latin typeface="Arial"/>
                <a:cs typeface="Arial"/>
              </a:rPr>
              <a:t>details</a:t>
            </a:r>
            <a:endParaRPr sz="7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38109" y="15629191"/>
            <a:ext cx="386715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10" dirty="0">
                <a:solidFill>
                  <a:srgbClr val="7E7E7E"/>
                </a:solidFill>
                <a:latin typeface="Arial"/>
                <a:cs typeface="Arial"/>
              </a:rPr>
              <a:t>FULL</a:t>
            </a:r>
            <a:r>
              <a:rPr sz="500" spc="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7E7E7E"/>
                </a:solidFill>
                <a:latin typeface="Arial"/>
                <a:cs typeface="Arial"/>
              </a:rPr>
              <a:t>NAME</a:t>
            </a:r>
            <a:endParaRPr sz="5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088249" y="15629191"/>
            <a:ext cx="53975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EMAIL</a:t>
            </a:r>
            <a:r>
              <a:rPr sz="500" spc="1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35" dirty="0">
                <a:solidFill>
                  <a:srgbClr val="7E7E7E"/>
                </a:solidFill>
                <a:latin typeface="Arial"/>
                <a:cs typeface="Arial"/>
              </a:rPr>
              <a:t>ADDRES</a:t>
            </a:r>
            <a:r>
              <a:rPr sz="500" spc="-4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50" dirty="0">
                <a:solidFill>
                  <a:srgbClr val="778590"/>
                </a:solidFill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03356" y="15844544"/>
            <a:ext cx="821055" cy="1193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9C7575"/>
                </a:solidFill>
                <a:latin typeface="Arial"/>
                <a:cs typeface="Arial"/>
              </a:rPr>
              <a:t>Enter</a:t>
            </a:r>
            <a:r>
              <a:rPr sz="600" spc="25" dirty="0">
                <a:solidFill>
                  <a:srgbClr val="9C7575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757575"/>
                </a:solidFill>
                <a:latin typeface="Arial"/>
                <a:cs typeface="Arial"/>
              </a:rPr>
              <a:t>passenger</a:t>
            </a:r>
            <a:r>
              <a:rPr sz="600" spc="40" dirty="0">
                <a:solidFill>
                  <a:srgbClr val="757575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85B5E2"/>
                </a:solidFill>
                <a:latin typeface="Arial"/>
                <a:cs typeface="Arial"/>
              </a:rPr>
              <a:t>name</a:t>
            </a:r>
            <a:endParaRPr sz="6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152970" y="15834369"/>
            <a:ext cx="69913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solidFill>
                  <a:srgbClr val="B58785"/>
                </a:solidFill>
                <a:latin typeface="Arial"/>
                <a:cs typeface="Arial"/>
                <a:hlinkClick r:id="rId25"/>
              </a:rPr>
              <a:t>you</a:t>
            </a:r>
            <a:r>
              <a:rPr sz="700" spc="-50" dirty="0">
                <a:solidFill>
                  <a:srgbClr val="85B5E2"/>
                </a:solidFill>
                <a:latin typeface="Arial"/>
                <a:cs typeface="Arial"/>
                <a:hlinkClick r:id="rId25"/>
              </a:rPr>
              <a:t>@example.com</a:t>
            </a:r>
            <a:endParaRPr sz="7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38612" y="16112463"/>
            <a:ext cx="57277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MOB</a:t>
            </a:r>
            <a:r>
              <a:rPr sz="500" dirty="0">
                <a:solidFill>
                  <a:srgbClr val="7793B5"/>
                </a:solidFill>
                <a:latin typeface="Arial"/>
                <a:cs typeface="Arial"/>
              </a:rPr>
              <a:t>I</a:t>
            </a:r>
            <a:r>
              <a:rPr sz="500" spc="-50" dirty="0">
                <a:solidFill>
                  <a:srgbClr val="7793B5"/>
                </a:solidFill>
                <a:latin typeface="Arial"/>
                <a:cs typeface="Arial"/>
              </a:rPr>
              <a:t> </a:t>
            </a:r>
            <a:r>
              <a:rPr sz="500" spc="-50" dirty="0">
                <a:solidFill>
                  <a:srgbClr val="7E7E7E"/>
                </a:solidFill>
                <a:latin typeface="Arial"/>
                <a:cs typeface="Arial"/>
              </a:rPr>
              <a:t>LE</a:t>
            </a:r>
            <a:r>
              <a:rPr sz="500" spc="8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NUMB</a:t>
            </a:r>
            <a:r>
              <a:rPr sz="500" spc="-4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25" dirty="0">
                <a:solidFill>
                  <a:srgbClr val="7E7E7E"/>
                </a:solidFill>
                <a:latin typeface="Arial"/>
                <a:cs typeface="Arial"/>
              </a:rPr>
              <a:t>ER</a:t>
            </a:r>
            <a:endParaRPr sz="5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088375" y="16112463"/>
            <a:ext cx="54483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40" dirty="0">
                <a:solidFill>
                  <a:srgbClr val="7E7E7E"/>
                </a:solidFill>
                <a:latin typeface="Arial"/>
                <a:cs typeface="Arial"/>
              </a:rPr>
              <a:t>PAS</a:t>
            </a:r>
            <a:r>
              <a:rPr sz="500" spc="-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35" dirty="0">
                <a:solidFill>
                  <a:srgbClr val="778590"/>
                </a:solidFill>
                <a:latin typeface="Arial"/>
                <a:cs typeface="Arial"/>
              </a:rPr>
              <a:t>S</a:t>
            </a:r>
            <a:r>
              <a:rPr sz="500" spc="-35" dirty="0">
                <a:solidFill>
                  <a:srgbClr val="7E7E7E"/>
                </a:solidFill>
                <a:latin typeface="Arial"/>
                <a:cs typeface="Arial"/>
              </a:rPr>
              <a:t>ENGER</a:t>
            </a:r>
            <a:r>
              <a:rPr sz="500" spc="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25" dirty="0">
                <a:solidFill>
                  <a:srgbClr val="7E7E7E"/>
                </a:solidFill>
                <a:latin typeface="Arial"/>
                <a:cs typeface="Arial"/>
              </a:rPr>
              <a:t>AGE</a:t>
            </a:r>
            <a:endParaRPr sz="5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01033" y="16327817"/>
            <a:ext cx="878840" cy="1193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dirty="0">
                <a:solidFill>
                  <a:srgbClr val="757575"/>
                </a:solidFill>
                <a:latin typeface="Arial"/>
                <a:cs typeface="Arial"/>
              </a:rPr>
              <a:t>10-digit</a:t>
            </a:r>
            <a:r>
              <a:rPr sz="600" spc="210" dirty="0">
                <a:solidFill>
                  <a:srgbClr val="757575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857585"/>
                </a:solidFill>
                <a:latin typeface="Arial"/>
                <a:cs typeface="Arial"/>
              </a:rPr>
              <a:t>mobile</a:t>
            </a:r>
            <a:r>
              <a:rPr sz="600" spc="155" dirty="0">
                <a:solidFill>
                  <a:srgbClr val="857585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85B5E2"/>
                </a:solidFill>
                <a:latin typeface="Arial"/>
                <a:cs typeface="Arial"/>
              </a:rPr>
              <a:t>number</a:t>
            </a:r>
            <a:endParaRPr sz="6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2154510" y="16324425"/>
            <a:ext cx="168910" cy="1231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50" spc="-25" dirty="0">
                <a:solidFill>
                  <a:srgbClr val="75759A"/>
                </a:solidFill>
                <a:latin typeface="Arial"/>
                <a:cs typeface="Arial"/>
              </a:rPr>
              <a:t>Age</a:t>
            </a:r>
            <a:endParaRPr sz="6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51007" y="17077294"/>
            <a:ext cx="228918" cy="20348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630796" y="17077294"/>
            <a:ext cx="228918" cy="20348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190374" y="17077294"/>
            <a:ext cx="228918" cy="203482"/>
          </a:xfrm>
          <a:prstGeom prst="rect">
            <a:avLst/>
          </a:prstGeom>
        </p:spPr>
      </p:pic>
      <p:sp>
        <p:nvSpPr>
          <p:cNvPr id="77" name="object 77"/>
          <p:cNvSpPr txBox="1"/>
          <p:nvPr/>
        </p:nvSpPr>
        <p:spPr>
          <a:xfrm>
            <a:off x="333577" y="16651692"/>
            <a:ext cx="1756410" cy="585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50" dirty="0">
                <a:solidFill>
                  <a:srgbClr val="282828"/>
                </a:solidFill>
                <a:latin typeface="Arial"/>
                <a:cs typeface="Arial"/>
              </a:rPr>
              <a:t>Choose</a:t>
            </a:r>
            <a:r>
              <a:rPr sz="750" spc="4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282828"/>
                </a:solidFill>
                <a:latin typeface="Arial"/>
                <a:cs typeface="Arial"/>
              </a:rPr>
              <a:t>your</a:t>
            </a:r>
            <a:r>
              <a:rPr sz="750" spc="10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750" spc="-10" dirty="0">
                <a:solidFill>
                  <a:srgbClr val="282828"/>
                </a:solidFill>
                <a:latin typeface="Arial"/>
                <a:cs typeface="Arial"/>
              </a:rPr>
              <a:t>seats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75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</a:pPr>
            <a:r>
              <a:rPr sz="500" spc="-10" dirty="0">
                <a:solidFill>
                  <a:srgbClr val="77A3CA"/>
                </a:solidFill>
                <a:latin typeface="Arial"/>
                <a:cs typeface="Arial"/>
              </a:rPr>
              <a:t>Select</a:t>
            </a:r>
            <a:r>
              <a:rPr sz="500" spc="65" dirty="0">
                <a:solidFill>
                  <a:srgbClr val="77A3CA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the</a:t>
            </a:r>
            <a:r>
              <a:rPr sz="500" spc="-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number</a:t>
            </a:r>
            <a:r>
              <a:rPr sz="500" spc="8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of</a:t>
            </a:r>
            <a:r>
              <a:rPr sz="500" spc="5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7E7E7E"/>
                </a:solidFill>
                <a:latin typeface="Arial"/>
                <a:cs typeface="Arial"/>
              </a:rPr>
              <a:t>seats</a:t>
            </a:r>
            <a:r>
              <a:rPr sz="500" spc="6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matching</a:t>
            </a:r>
            <a:r>
              <a:rPr sz="500" spc="7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7A3CA"/>
                </a:solidFill>
                <a:latin typeface="Arial"/>
                <a:cs typeface="Arial"/>
              </a:rPr>
              <a:t>your</a:t>
            </a:r>
            <a:r>
              <a:rPr sz="500" spc="30" dirty="0">
                <a:solidFill>
                  <a:srgbClr val="77A3CA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passenger</a:t>
            </a:r>
            <a:r>
              <a:rPr sz="500" spc="8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7E7E7E"/>
                </a:solidFill>
                <a:latin typeface="Arial"/>
                <a:cs typeface="Arial"/>
              </a:rPr>
              <a:t>count.</a:t>
            </a:r>
            <a:endParaRPr sz="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500">
              <a:latin typeface="Arial"/>
              <a:cs typeface="Arial"/>
            </a:endParaRPr>
          </a:p>
          <a:p>
            <a:pPr marR="374650" algn="ctr">
              <a:lnSpc>
                <a:spcPct val="100000"/>
              </a:lnSpc>
            </a:pPr>
            <a:r>
              <a:rPr sz="650" spc="-25" dirty="0">
                <a:solidFill>
                  <a:srgbClr val="9A9A9A"/>
                </a:solidFill>
                <a:latin typeface="Arial"/>
                <a:cs typeface="Arial"/>
              </a:rPr>
              <a:t>S3</a:t>
            </a:r>
            <a:endParaRPr sz="65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05718" y="17363882"/>
            <a:ext cx="111760" cy="127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50" spc="-80" dirty="0">
                <a:solidFill>
                  <a:srgbClr val="1677BC"/>
                </a:solidFill>
                <a:latin typeface="Arial"/>
                <a:cs typeface="Arial"/>
              </a:rPr>
              <a:t>SS</a:t>
            </a:r>
            <a:endParaRPr sz="65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85506" y="17363882"/>
            <a:ext cx="111760" cy="127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50" spc="-35" dirty="0">
                <a:solidFill>
                  <a:srgbClr val="1677BC"/>
                </a:solidFill>
                <a:latin typeface="Arial"/>
                <a:cs typeface="Arial"/>
              </a:rPr>
              <a:t>S6</a:t>
            </a:r>
            <a:endParaRPr sz="6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910585" y="17331647"/>
            <a:ext cx="228918" cy="203482"/>
          </a:xfrm>
          <a:prstGeom prst="rect">
            <a:avLst/>
          </a:prstGeom>
        </p:spPr>
      </p:pic>
      <p:sp>
        <p:nvSpPr>
          <p:cNvPr id="80" name="object 80"/>
          <p:cNvSpPr txBox="1"/>
          <p:nvPr/>
        </p:nvSpPr>
        <p:spPr>
          <a:xfrm>
            <a:off x="1250019" y="17360492"/>
            <a:ext cx="10541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85" dirty="0">
                <a:solidFill>
                  <a:srgbClr val="999999"/>
                </a:solidFill>
                <a:latin typeface="Arial"/>
                <a:cs typeface="Arial"/>
              </a:rPr>
              <a:t>S8</a:t>
            </a:r>
            <a:endParaRPr sz="7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06022" y="17625018"/>
            <a:ext cx="111760" cy="1193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" spc="-25" dirty="0">
                <a:solidFill>
                  <a:srgbClr val="1677BC"/>
                </a:solidFill>
                <a:latin typeface="Arial"/>
                <a:cs typeface="Arial"/>
              </a:rPr>
              <a:t>S9</a:t>
            </a:r>
            <a:endParaRPr sz="6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65730" y="17625018"/>
            <a:ext cx="711200" cy="1193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92100" algn="l"/>
                <a:tab pos="572135" algn="l"/>
              </a:tabLst>
            </a:pPr>
            <a:r>
              <a:rPr sz="600" spc="-25" dirty="0">
                <a:solidFill>
                  <a:srgbClr val="66BCF4"/>
                </a:solidFill>
                <a:latin typeface="Arial"/>
                <a:cs typeface="Arial"/>
              </a:rPr>
              <a:t>510</a:t>
            </a:r>
            <a:r>
              <a:rPr sz="600" dirty="0">
                <a:solidFill>
                  <a:srgbClr val="66BCF4"/>
                </a:solidFill>
                <a:latin typeface="Arial"/>
                <a:cs typeface="Arial"/>
              </a:rPr>
              <a:t>	</a:t>
            </a:r>
            <a:r>
              <a:rPr sz="600" spc="-25" dirty="0">
                <a:solidFill>
                  <a:srgbClr val="66BCF4"/>
                </a:solidFill>
                <a:latin typeface="Arial"/>
                <a:cs typeface="Arial"/>
              </a:rPr>
              <a:t>511</a:t>
            </a:r>
            <a:r>
              <a:rPr sz="600" dirty="0">
                <a:solidFill>
                  <a:srgbClr val="66BCF4"/>
                </a:solidFill>
                <a:latin typeface="Arial"/>
                <a:cs typeface="Arial"/>
              </a:rPr>
              <a:t>	</a:t>
            </a:r>
            <a:r>
              <a:rPr sz="600" spc="-25" dirty="0">
                <a:solidFill>
                  <a:srgbClr val="66BCF4"/>
                </a:solidFill>
                <a:latin typeface="Arial"/>
                <a:cs typeface="Arial"/>
              </a:rPr>
              <a:t>512</a:t>
            </a:r>
            <a:endParaRPr sz="6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85378" y="17865807"/>
            <a:ext cx="996315" cy="348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92100" algn="l"/>
                <a:tab pos="572135" algn="l"/>
                <a:tab pos="851535" algn="l"/>
              </a:tabLst>
            </a:pPr>
            <a:r>
              <a:rPr sz="700" spc="-25" dirty="0">
                <a:solidFill>
                  <a:srgbClr val="A0BCD1"/>
                </a:solidFill>
                <a:latin typeface="Arial"/>
                <a:cs typeface="Arial"/>
              </a:rPr>
              <a:t>513</a:t>
            </a:r>
            <a:r>
              <a:rPr sz="700" dirty="0">
                <a:solidFill>
                  <a:srgbClr val="A0BCD1"/>
                </a:solidFill>
                <a:latin typeface="Arial"/>
                <a:cs typeface="Arial"/>
              </a:rPr>
              <a:t>	</a:t>
            </a:r>
            <a:r>
              <a:rPr sz="700" spc="-25" dirty="0">
                <a:solidFill>
                  <a:srgbClr val="66BCF4"/>
                </a:solidFill>
                <a:latin typeface="Arial"/>
                <a:cs typeface="Arial"/>
              </a:rPr>
              <a:t>514</a:t>
            </a:r>
            <a:r>
              <a:rPr sz="700" dirty="0">
                <a:solidFill>
                  <a:srgbClr val="66BCF4"/>
                </a:solidFill>
                <a:latin typeface="Arial"/>
                <a:cs typeface="Arial"/>
              </a:rPr>
              <a:t>	</a:t>
            </a:r>
            <a:r>
              <a:rPr sz="700" spc="-25" dirty="0">
                <a:solidFill>
                  <a:srgbClr val="66BCF4"/>
                </a:solidFill>
                <a:latin typeface="Arial"/>
                <a:cs typeface="Arial"/>
              </a:rPr>
              <a:t>515</a:t>
            </a:r>
            <a:r>
              <a:rPr sz="700" dirty="0">
                <a:solidFill>
                  <a:srgbClr val="66BCF4"/>
                </a:solidFill>
                <a:latin typeface="Arial"/>
                <a:cs typeface="Arial"/>
              </a:rPr>
              <a:t>	</a:t>
            </a:r>
            <a:r>
              <a:rPr sz="700" spc="-30" dirty="0">
                <a:solidFill>
                  <a:srgbClr val="66BCF4"/>
                </a:solidFill>
                <a:latin typeface="Arial"/>
                <a:cs typeface="Arial"/>
              </a:rPr>
              <a:t>516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700">
              <a:latin typeface="Arial"/>
              <a:cs typeface="Arial"/>
            </a:endParaRPr>
          </a:p>
          <a:p>
            <a:pPr marL="67310">
              <a:lnSpc>
                <a:spcPct val="100000"/>
              </a:lnSpc>
            </a:pPr>
            <a:r>
              <a:rPr sz="500" spc="-40" dirty="0">
                <a:solidFill>
                  <a:srgbClr val="9ECDFF"/>
                </a:solidFill>
                <a:latin typeface="Arial"/>
                <a:cs typeface="Arial"/>
              </a:rPr>
              <a:t>Avail </a:t>
            </a:r>
            <a:r>
              <a:rPr sz="500" spc="-20" dirty="0">
                <a:solidFill>
                  <a:srgbClr val="7E7E7E"/>
                </a:solidFill>
                <a:latin typeface="Arial"/>
                <a:cs typeface="Arial"/>
              </a:rPr>
              <a:t>able</a:t>
            </a:r>
            <a:endParaRPr sz="5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64468" y="18111682"/>
            <a:ext cx="246379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25" dirty="0">
                <a:solidFill>
                  <a:srgbClr val="7E7E7E"/>
                </a:solidFill>
                <a:latin typeface="Arial"/>
                <a:cs typeface="Arial"/>
              </a:rPr>
              <a:t>Selected</a:t>
            </a:r>
            <a:endParaRPr sz="5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269263" y="18111682"/>
            <a:ext cx="336550" cy="102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40" dirty="0">
                <a:solidFill>
                  <a:srgbClr val="9E8580"/>
                </a:solidFill>
                <a:latin typeface="Arial"/>
                <a:cs typeface="Arial"/>
              </a:rPr>
              <a:t>U</a:t>
            </a:r>
            <a:r>
              <a:rPr sz="500" spc="-40" dirty="0">
                <a:solidFill>
                  <a:srgbClr val="7E7E7E"/>
                </a:solidFill>
                <a:latin typeface="Arial"/>
                <a:cs typeface="Arial"/>
              </a:rPr>
              <a:t>navaila</a:t>
            </a:r>
            <a:r>
              <a:rPr sz="50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500" spc="-25" dirty="0">
                <a:solidFill>
                  <a:srgbClr val="9ECDFF"/>
                </a:solidFill>
                <a:latin typeface="Arial"/>
                <a:cs typeface="Arial"/>
              </a:rPr>
              <a:t>ble</a:t>
            </a:r>
            <a:endParaRPr sz="500">
              <a:latin typeface="Arial"/>
              <a:cs typeface="Arial"/>
            </a:endParaRPr>
          </a:p>
        </p:txBody>
      </p:sp>
      <p:pic>
        <p:nvPicPr>
          <p:cNvPr id="35" name="object 35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51007" y="18445715"/>
            <a:ext cx="607904" cy="61044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2721582" y="18445715"/>
            <a:ext cx="1053023" cy="7121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351007" y="18628848"/>
            <a:ext cx="3438859" cy="274701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0" y="19427519"/>
            <a:ext cx="4049306" cy="67658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object 72"/>
          <p:cNvSpPr txBox="1"/>
          <p:nvPr/>
        </p:nvSpPr>
        <p:spPr>
          <a:xfrm>
            <a:off x="117185" y="89656"/>
            <a:ext cx="491490" cy="1784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20"/>
              </a:spcBef>
            </a:pPr>
            <a:r>
              <a:rPr sz="500" b="1" spc="229" dirty="0">
                <a:solidFill>
                  <a:srgbClr val="244D3D"/>
                </a:solidFill>
                <a:latin typeface="Arial"/>
                <a:cs typeface="Arial"/>
              </a:rPr>
              <a:t>SAVORA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300" spc="-20" dirty="0">
                <a:solidFill>
                  <a:srgbClr val="979797"/>
                </a:solidFill>
                <a:latin typeface="Arial"/>
                <a:cs typeface="Arial"/>
              </a:rPr>
              <a:t>TA </a:t>
            </a:r>
            <a:r>
              <a:rPr sz="300" dirty="0">
                <a:solidFill>
                  <a:srgbClr val="7E7E7E"/>
                </a:solidFill>
                <a:latin typeface="Arial"/>
                <a:cs typeface="Arial"/>
              </a:rPr>
              <a:t>ST</a:t>
            </a:r>
            <a:r>
              <a:rPr sz="300" spc="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300" spc="9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00" spc="-25" dirty="0">
                <a:solidFill>
                  <a:srgbClr val="9E9E9E"/>
                </a:solidFill>
                <a:latin typeface="Arial"/>
                <a:cs typeface="Arial"/>
              </a:rPr>
              <a:t>T</a:t>
            </a:r>
            <a:r>
              <a:rPr sz="300" spc="-10" dirty="0">
                <a:solidFill>
                  <a:srgbClr val="9E9E9E"/>
                </a:solidFill>
                <a:latin typeface="Arial"/>
                <a:cs typeface="Arial"/>
              </a:rPr>
              <a:t> </a:t>
            </a:r>
            <a:r>
              <a:rPr sz="300" spc="-25" dirty="0">
                <a:solidFill>
                  <a:srgbClr val="AFAFAF"/>
                </a:solidFill>
                <a:latin typeface="Arial"/>
                <a:cs typeface="Arial"/>
              </a:rPr>
              <a:t>H</a:t>
            </a:r>
            <a:r>
              <a:rPr sz="300" spc="-20" dirty="0">
                <a:solidFill>
                  <a:srgbClr val="AFAFAF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300" spc="8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8C8C8C"/>
                </a:solidFill>
                <a:latin typeface="Arial"/>
                <a:cs typeface="Arial"/>
              </a:rPr>
              <a:t>M</a:t>
            </a:r>
            <a:r>
              <a:rPr sz="300" dirty="0">
                <a:solidFill>
                  <a:srgbClr val="7E7E7E"/>
                </a:solidFill>
                <a:latin typeface="Arial"/>
                <a:cs typeface="Arial"/>
              </a:rPr>
              <a:t>O</a:t>
            </a:r>
            <a:r>
              <a:rPr sz="300" dirty="0">
                <a:solidFill>
                  <a:srgbClr val="878787"/>
                </a:solidFill>
                <a:latin typeface="Arial"/>
                <a:cs typeface="Arial"/>
              </a:rPr>
              <a:t>M</a:t>
            </a:r>
            <a:r>
              <a:rPr sz="300" spc="-3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300" dirty="0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sz="300" dirty="0">
                <a:solidFill>
                  <a:srgbClr val="878787"/>
                </a:solidFill>
                <a:latin typeface="Arial"/>
                <a:cs typeface="Arial"/>
              </a:rPr>
              <a:t>N</a:t>
            </a:r>
            <a:r>
              <a:rPr sz="300" spc="-2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300" spc="-50" dirty="0">
                <a:solidFill>
                  <a:srgbClr val="AFAFAF"/>
                </a:solidFill>
                <a:latin typeface="Arial"/>
                <a:cs typeface="Arial"/>
              </a:rPr>
              <a:t>T</a:t>
            </a:r>
            <a:endParaRPr sz="3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50674" y="81732"/>
            <a:ext cx="1781175" cy="114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432560" algn="l"/>
              </a:tabLst>
            </a:pPr>
            <a:r>
              <a:rPr sz="500" dirty="0">
                <a:solidFill>
                  <a:srgbClr val="313131"/>
                </a:solidFill>
                <a:latin typeface="Arial"/>
                <a:cs typeface="Arial"/>
              </a:rPr>
              <a:t>Home</a:t>
            </a:r>
            <a:r>
              <a:rPr sz="500" spc="13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313131"/>
                </a:solidFill>
                <a:latin typeface="Arial"/>
                <a:cs typeface="Arial"/>
              </a:rPr>
              <a:t>Restaurants</a:t>
            </a:r>
            <a:r>
              <a:rPr sz="500" spc="16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313131"/>
                </a:solidFill>
                <a:latin typeface="Arial"/>
                <a:cs typeface="Arial"/>
              </a:rPr>
              <a:t>Menu</a:t>
            </a:r>
            <a:r>
              <a:rPr sz="500" spc="14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313131"/>
                </a:solidFill>
                <a:latin typeface="Arial"/>
                <a:cs typeface="Arial"/>
              </a:rPr>
              <a:t>Offers</a:t>
            </a:r>
            <a:r>
              <a:rPr sz="500" spc="140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313131"/>
                </a:solidFill>
                <a:latin typeface="Arial"/>
                <a:cs typeface="Arial"/>
              </a:rPr>
              <a:t>Reviews</a:t>
            </a:r>
            <a:r>
              <a:rPr sz="450" dirty="0">
                <a:solidFill>
                  <a:srgbClr val="313131"/>
                </a:solidFill>
                <a:latin typeface="Arial"/>
                <a:cs typeface="Arial"/>
              </a:rPr>
              <a:t>	</a:t>
            </a:r>
            <a:r>
              <a:rPr sz="550" spc="-75" dirty="0">
                <a:solidFill>
                  <a:srgbClr val="757575"/>
                </a:solidFill>
                <a:latin typeface="OCR A Extended"/>
                <a:cs typeface="OCR A Extended"/>
              </a:rPr>
              <a:t>Searchfood</a:t>
            </a:r>
            <a:endParaRPr sz="550">
              <a:latin typeface="OCR A Extended"/>
              <a:cs typeface="OCR A Extended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5034" y="55472"/>
            <a:ext cx="261503" cy="190184"/>
          </a:xfrm>
          <a:prstGeom prst="rect">
            <a:avLst/>
          </a:prstGeom>
        </p:spPr>
      </p:pic>
      <p:sp>
        <p:nvSpPr>
          <p:cNvPr id="74" name="object 74"/>
          <p:cNvSpPr txBox="1"/>
          <p:nvPr/>
        </p:nvSpPr>
        <p:spPr>
          <a:xfrm>
            <a:off x="115683" y="623228"/>
            <a:ext cx="115824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dirty="0">
                <a:solidFill>
                  <a:srgbClr val="3D7254"/>
                </a:solidFill>
                <a:latin typeface="Arial"/>
                <a:cs typeface="Arial"/>
              </a:rPr>
              <a:t>C</a:t>
            </a:r>
            <a:r>
              <a:rPr sz="350" spc="-5" dirty="0">
                <a:solidFill>
                  <a:srgbClr val="3D7254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9AB6"/>
                </a:solidFill>
                <a:latin typeface="Arial"/>
                <a:cs typeface="Arial"/>
              </a:rPr>
              <a:t>R </a:t>
            </a:r>
            <a:r>
              <a:rPr sz="350" dirty="0">
                <a:solidFill>
                  <a:srgbClr val="3D8587"/>
                </a:solidFill>
                <a:latin typeface="Arial"/>
                <a:cs typeface="Arial"/>
              </a:rPr>
              <a:t>A</a:t>
            </a:r>
            <a:r>
              <a:rPr sz="350" spc="10" dirty="0">
                <a:solidFill>
                  <a:srgbClr val="3D8587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7254"/>
                </a:solidFill>
                <a:latin typeface="Arial"/>
                <a:cs typeface="Arial"/>
              </a:rPr>
              <a:t>V</a:t>
            </a:r>
            <a:r>
              <a:rPr sz="350" spc="-30" dirty="0">
                <a:solidFill>
                  <a:srgbClr val="3D7254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7287"/>
                </a:solidFill>
                <a:latin typeface="Arial"/>
                <a:cs typeface="Arial"/>
              </a:rPr>
              <a:t>I</a:t>
            </a:r>
            <a:r>
              <a:rPr sz="350" spc="35" dirty="0">
                <a:solidFill>
                  <a:srgbClr val="3D7287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7254"/>
                </a:solidFill>
                <a:latin typeface="Arial"/>
                <a:cs typeface="Arial"/>
              </a:rPr>
              <a:t>N</a:t>
            </a:r>
            <a:r>
              <a:rPr sz="350" spc="-10" dirty="0">
                <a:solidFill>
                  <a:srgbClr val="3D7254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7254"/>
                </a:solidFill>
                <a:latin typeface="Arial"/>
                <a:cs typeface="Arial"/>
              </a:rPr>
              <a:t>G</a:t>
            </a:r>
            <a:r>
              <a:rPr sz="350" spc="295" dirty="0">
                <a:solidFill>
                  <a:srgbClr val="3D7254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9AB5"/>
                </a:solidFill>
                <a:latin typeface="Arial"/>
                <a:cs typeface="Arial"/>
              </a:rPr>
              <a:t>S</a:t>
            </a:r>
            <a:r>
              <a:rPr sz="350" spc="15" dirty="0">
                <a:solidFill>
                  <a:srgbClr val="3D9AB5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859E"/>
                </a:solidFill>
                <a:latin typeface="Arial"/>
                <a:cs typeface="Arial"/>
              </a:rPr>
              <a:t>0</a:t>
            </a:r>
            <a:r>
              <a:rPr sz="350" spc="110" dirty="0">
                <a:solidFill>
                  <a:srgbClr val="3D859E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7254"/>
                </a:solidFill>
                <a:latin typeface="Arial"/>
                <a:cs typeface="Arial"/>
              </a:rPr>
              <a:t>M</a:t>
            </a:r>
            <a:r>
              <a:rPr sz="350" spc="-25" dirty="0">
                <a:solidFill>
                  <a:srgbClr val="3D7254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726B"/>
                </a:solidFill>
                <a:latin typeface="Arial"/>
                <a:cs typeface="Arial"/>
              </a:rPr>
              <a:t>E</a:t>
            </a:r>
            <a:r>
              <a:rPr sz="350" spc="5" dirty="0">
                <a:solidFill>
                  <a:srgbClr val="3D726B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7287"/>
                </a:solidFill>
                <a:latin typeface="Arial"/>
                <a:cs typeface="Arial"/>
              </a:rPr>
              <a:t>T</a:t>
            </a:r>
            <a:r>
              <a:rPr sz="350" spc="5" dirty="0">
                <a:solidFill>
                  <a:srgbClr val="3D7287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9AB5"/>
                </a:solidFill>
                <a:latin typeface="Arial"/>
                <a:cs typeface="Arial"/>
              </a:rPr>
              <a:t>H</a:t>
            </a:r>
            <a:r>
              <a:rPr sz="350" spc="-25" dirty="0">
                <a:solidFill>
                  <a:srgbClr val="3D9AB5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7287"/>
                </a:solidFill>
                <a:latin typeface="Arial"/>
                <a:cs typeface="Arial"/>
              </a:rPr>
              <a:t>I</a:t>
            </a:r>
            <a:r>
              <a:rPr sz="350" spc="35" dirty="0">
                <a:solidFill>
                  <a:srgbClr val="3D7287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7254"/>
                </a:solidFill>
                <a:latin typeface="Arial"/>
                <a:cs typeface="Arial"/>
              </a:rPr>
              <a:t>N</a:t>
            </a:r>
            <a:r>
              <a:rPr sz="350" spc="-10" dirty="0">
                <a:solidFill>
                  <a:srgbClr val="3D7254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7254"/>
                </a:solidFill>
                <a:latin typeface="Arial"/>
                <a:cs typeface="Arial"/>
              </a:rPr>
              <a:t>G</a:t>
            </a:r>
            <a:r>
              <a:rPr sz="350" spc="245" dirty="0">
                <a:solidFill>
                  <a:srgbClr val="3D7254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7287"/>
                </a:solidFill>
                <a:latin typeface="Arial"/>
                <a:cs typeface="Arial"/>
              </a:rPr>
              <a:t>D</a:t>
            </a:r>
            <a:r>
              <a:rPr sz="350" spc="20" dirty="0">
                <a:solidFill>
                  <a:srgbClr val="3D7287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99B5"/>
                </a:solidFill>
                <a:latin typeface="Arial"/>
                <a:cs typeface="Arial"/>
              </a:rPr>
              <a:t>E</a:t>
            </a:r>
            <a:r>
              <a:rPr sz="350" spc="-10" dirty="0">
                <a:solidFill>
                  <a:srgbClr val="3D99B5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99B5"/>
                </a:solidFill>
                <a:latin typeface="Arial"/>
                <a:cs typeface="Arial"/>
              </a:rPr>
              <a:t>L</a:t>
            </a:r>
            <a:r>
              <a:rPr sz="350" spc="-15" dirty="0">
                <a:solidFill>
                  <a:srgbClr val="3D99B5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859E"/>
                </a:solidFill>
                <a:latin typeface="Arial"/>
                <a:cs typeface="Arial"/>
              </a:rPr>
              <a:t>I </a:t>
            </a:r>
            <a:r>
              <a:rPr sz="350" dirty="0">
                <a:solidFill>
                  <a:srgbClr val="3D7254"/>
                </a:solidFill>
                <a:latin typeface="Arial"/>
                <a:cs typeface="Arial"/>
              </a:rPr>
              <a:t>C</a:t>
            </a:r>
            <a:r>
              <a:rPr sz="350" spc="-5" dirty="0">
                <a:solidFill>
                  <a:srgbClr val="3D7254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859C"/>
                </a:solidFill>
                <a:latin typeface="Arial"/>
                <a:cs typeface="Arial"/>
              </a:rPr>
              <a:t>I</a:t>
            </a:r>
            <a:r>
              <a:rPr sz="350" spc="5" dirty="0">
                <a:solidFill>
                  <a:srgbClr val="3D859C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7254"/>
                </a:solidFill>
                <a:latin typeface="Arial"/>
                <a:cs typeface="Arial"/>
              </a:rPr>
              <a:t>O</a:t>
            </a:r>
            <a:r>
              <a:rPr sz="350" spc="-5" dirty="0">
                <a:solidFill>
                  <a:srgbClr val="3D7254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99B3"/>
                </a:solidFill>
                <a:latin typeface="Arial"/>
                <a:cs typeface="Arial"/>
              </a:rPr>
              <a:t>U</a:t>
            </a:r>
            <a:r>
              <a:rPr sz="350" spc="25" dirty="0">
                <a:solidFill>
                  <a:srgbClr val="3D99B3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3D859C"/>
                </a:solidFill>
                <a:latin typeface="Arial"/>
                <a:cs typeface="Arial"/>
              </a:rPr>
              <a:t>S</a:t>
            </a:r>
            <a:r>
              <a:rPr sz="350" spc="10" dirty="0">
                <a:solidFill>
                  <a:srgbClr val="3D859C"/>
                </a:solidFill>
                <a:latin typeface="Arial"/>
                <a:cs typeface="Arial"/>
              </a:rPr>
              <a:t> </a:t>
            </a:r>
            <a:r>
              <a:rPr sz="350" spc="-50" dirty="0">
                <a:solidFill>
                  <a:srgbClr val="3D7285"/>
                </a:solidFill>
                <a:latin typeface="Arial"/>
                <a:cs typeface="Arial"/>
              </a:rPr>
              <a:t>?</a:t>
            </a:r>
            <a:endParaRPr sz="350">
              <a:latin typeface="Arial"/>
              <a:cs typeface="Arial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1009246" y="1658726"/>
          <a:ext cx="527684" cy="193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234B3B"/>
                      </a:solidFill>
                      <a:prstDash val="solid"/>
                    </a:lnL>
                    <a:lnT w="6350">
                      <a:solidFill>
                        <a:srgbClr val="234B3B"/>
                      </a:solidFill>
                      <a:prstDash val="solid"/>
                    </a:lnT>
                    <a:lnB w="6350">
                      <a:solidFill>
                        <a:srgbClr val="234B3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55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Find </a:t>
                      </a:r>
                      <a:r>
                        <a:rPr sz="55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Food</a:t>
                      </a:r>
                      <a:endParaRPr sz="55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T w="6350">
                      <a:solidFill>
                        <a:srgbClr val="234B3B"/>
                      </a:solidFill>
                      <a:prstDash val="solid"/>
                    </a:lnT>
                    <a:lnB w="6350">
                      <a:solidFill>
                        <a:srgbClr val="234B3B"/>
                      </a:solidFill>
                      <a:prstDash val="solid"/>
                    </a:lnB>
                    <a:solidFill>
                      <a:srgbClr val="244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234B3B"/>
                      </a:solidFill>
                      <a:prstDash val="solid"/>
                    </a:lnR>
                    <a:lnT w="6350">
                      <a:solidFill>
                        <a:srgbClr val="234B3B"/>
                      </a:solidFill>
                      <a:prstDash val="solid"/>
                    </a:lnT>
                    <a:lnB w="6350">
                      <a:solidFill>
                        <a:srgbClr val="234B3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object 75"/>
          <p:cNvSpPr txBox="1"/>
          <p:nvPr/>
        </p:nvSpPr>
        <p:spPr>
          <a:xfrm>
            <a:off x="112595" y="739453"/>
            <a:ext cx="1414145" cy="105219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5875" marR="20955" indent="-3810">
              <a:lnSpc>
                <a:spcPts val="1500"/>
              </a:lnSpc>
              <a:spcBef>
                <a:spcPts val="290"/>
              </a:spcBef>
            </a:pPr>
            <a:r>
              <a:rPr sz="1400" dirty="0">
                <a:solidFill>
                  <a:srgbClr val="244D3D"/>
                </a:solidFill>
                <a:latin typeface="Arial"/>
                <a:cs typeface="Arial"/>
              </a:rPr>
              <a:t>Good</a:t>
            </a:r>
            <a:r>
              <a:rPr sz="1400" spc="16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244D3D"/>
                </a:solidFill>
                <a:latin typeface="Arial"/>
                <a:cs typeface="Arial"/>
              </a:rPr>
              <a:t>Food. </a:t>
            </a:r>
            <a:r>
              <a:rPr sz="1400" dirty="0">
                <a:solidFill>
                  <a:srgbClr val="E66E42"/>
                </a:solidFill>
                <a:latin typeface="Arial"/>
                <a:cs typeface="Arial"/>
              </a:rPr>
              <a:t>Delivered</a:t>
            </a:r>
            <a:r>
              <a:rPr sz="1400" spc="265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E66E42"/>
                </a:solidFill>
                <a:latin typeface="Arial"/>
                <a:cs typeface="Arial"/>
              </a:rPr>
              <a:t>Fresh.</a:t>
            </a:r>
            <a:endParaRPr sz="1400">
              <a:latin typeface="Arial"/>
              <a:cs typeface="Arial"/>
            </a:endParaRPr>
          </a:p>
          <a:p>
            <a:pPr marL="15240" marR="5080" indent="635">
              <a:lnSpc>
                <a:spcPct val="120500"/>
              </a:lnSpc>
              <a:spcBef>
                <a:spcPts val="420"/>
              </a:spcBef>
            </a:pPr>
            <a:r>
              <a:rPr sz="550" spc="-30" dirty="0">
                <a:solidFill>
                  <a:srgbClr val="747474"/>
                </a:solidFill>
                <a:latin typeface="Arial"/>
                <a:cs typeface="Arial"/>
              </a:rPr>
              <a:t>Discover</a:t>
            </a:r>
            <a:r>
              <a:rPr sz="550" spc="5" dirty="0">
                <a:solidFill>
                  <a:srgbClr val="747474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6687A3"/>
                </a:solidFill>
                <a:latin typeface="Arial"/>
                <a:cs typeface="Arial"/>
              </a:rPr>
              <a:t>delicious</a:t>
            </a:r>
            <a:r>
              <a:rPr sz="550" spc="5" dirty="0">
                <a:solidFill>
                  <a:srgbClr val="6687A3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66778C"/>
                </a:solidFill>
                <a:latin typeface="Arial"/>
                <a:cs typeface="Arial"/>
              </a:rPr>
              <a:t>meals</a:t>
            </a:r>
            <a:r>
              <a:rPr sz="550" spc="105" dirty="0">
                <a:solidFill>
                  <a:srgbClr val="66778C"/>
                </a:solidFill>
                <a:latin typeface="Arial"/>
                <a:cs typeface="Arial"/>
              </a:rPr>
              <a:t> </a:t>
            </a:r>
            <a:r>
              <a:rPr sz="550" spc="-30" dirty="0">
                <a:solidFill>
                  <a:srgbClr val="669CB6"/>
                </a:solidFill>
                <a:latin typeface="Arial"/>
                <a:cs typeface="Arial"/>
              </a:rPr>
              <a:t>explore</a:t>
            </a:r>
            <a:r>
              <a:rPr sz="550" spc="15" dirty="0">
                <a:solidFill>
                  <a:srgbClr val="669CB6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90C4DD"/>
                </a:solidFill>
                <a:latin typeface="Arial"/>
                <a:cs typeface="Arial"/>
              </a:rPr>
              <a:t>favourite</a:t>
            </a:r>
            <a:r>
              <a:rPr sz="550" spc="500" dirty="0">
                <a:solidFill>
                  <a:srgbClr val="90C4DD"/>
                </a:solidFill>
                <a:latin typeface="Arial"/>
                <a:cs typeface="Arial"/>
              </a:rPr>
              <a:t> </a:t>
            </a:r>
            <a:r>
              <a:rPr sz="550" spc="-30" dirty="0">
                <a:solidFill>
                  <a:srgbClr val="AF9C6B"/>
                </a:solidFill>
                <a:latin typeface="Arial"/>
                <a:cs typeface="Arial"/>
              </a:rPr>
              <a:t>restaurants</a:t>
            </a:r>
            <a:r>
              <a:rPr sz="550" spc="45" dirty="0">
                <a:solidFill>
                  <a:srgbClr val="AF9C6B"/>
                </a:solidFill>
                <a:latin typeface="Arial"/>
                <a:cs typeface="Arial"/>
              </a:rPr>
              <a:t> </a:t>
            </a:r>
            <a:r>
              <a:rPr sz="550" spc="-40" dirty="0">
                <a:solidFill>
                  <a:srgbClr val="6687A3"/>
                </a:solidFill>
                <a:latin typeface="Arial"/>
                <a:cs typeface="Arial"/>
              </a:rPr>
              <a:t>and</a:t>
            </a:r>
            <a:r>
              <a:rPr sz="550" spc="5" dirty="0">
                <a:solidFill>
                  <a:srgbClr val="6687A3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66776B"/>
                </a:solidFill>
                <a:latin typeface="Arial"/>
                <a:cs typeface="Arial"/>
              </a:rPr>
              <a:t>enjoy</a:t>
            </a:r>
            <a:r>
              <a:rPr sz="550" spc="40" dirty="0">
                <a:solidFill>
                  <a:srgbClr val="66776B"/>
                </a:solidFill>
                <a:latin typeface="Arial"/>
                <a:cs typeface="Arial"/>
              </a:rPr>
              <a:t> </a:t>
            </a:r>
            <a:r>
              <a:rPr sz="550" spc="-35" dirty="0">
                <a:solidFill>
                  <a:srgbClr val="C69C6B"/>
                </a:solidFill>
                <a:latin typeface="Arial"/>
                <a:cs typeface="Arial"/>
              </a:rPr>
              <a:t>every</a:t>
            </a:r>
            <a:r>
              <a:rPr sz="550" spc="-5" dirty="0">
                <a:solidFill>
                  <a:srgbClr val="C69C6B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66776B"/>
                </a:solidFill>
                <a:latin typeface="Arial"/>
                <a:cs typeface="Arial"/>
              </a:rPr>
              <a:t>bite</a:t>
            </a:r>
            <a:r>
              <a:rPr sz="550" spc="-15" dirty="0">
                <a:solidFill>
                  <a:srgbClr val="66776B"/>
                </a:solidFill>
                <a:latin typeface="Arial"/>
                <a:cs typeface="Arial"/>
              </a:rPr>
              <a:t> </a:t>
            </a:r>
            <a:r>
              <a:rPr sz="550" spc="-30" dirty="0">
                <a:solidFill>
                  <a:srgbClr val="66776B"/>
                </a:solidFill>
                <a:latin typeface="Arial"/>
                <a:cs typeface="Arial"/>
              </a:rPr>
              <a:t>delivered</a:t>
            </a:r>
            <a:r>
              <a:rPr sz="550" spc="10" dirty="0">
                <a:solidFill>
                  <a:srgbClr val="66776B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6687A1"/>
                </a:solidFill>
                <a:latin typeface="Arial"/>
                <a:cs typeface="Arial"/>
              </a:rPr>
              <a:t>to </a:t>
            </a:r>
            <a:r>
              <a:rPr sz="550" spc="-20" dirty="0">
                <a:solidFill>
                  <a:srgbClr val="6687A0"/>
                </a:solidFill>
                <a:latin typeface="Arial"/>
                <a:cs typeface="Arial"/>
              </a:rPr>
              <a:t>your</a:t>
            </a:r>
            <a:r>
              <a:rPr sz="550" spc="500" dirty="0">
                <a:solidFill>
                  <a:srgbClr val="6687A0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66776B"/>
                </a:solidFill>
                <a:latin typeface="Arial"/>
                <a:cs typeface="Arial"/>
              </a:rPr>
              <a:t>doorstep.</a:t>
            </a: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550">
              <a:latin typeface="Arial"/>
              <a:cs typeface="Arial"/>
            </a:endParaRPr>
          </a:p>
          <a:p>
            <a:pPr marL="92710">
              <a:lnSpc>
                <a:spcPct val="100000"/>
              </a:lnSpc>
            </a:pPr>
            <a:r>
              <a:rPr sz="550" dirty="0">
                <a:solidFill>
                  <a:srgbClr val="B3B3B3"/>
                </a:solidFill>
                <a:latin typeface="Arial"/>
                <a:cs typeface="Arial"/>
              </a:rPr>
              <a:t>f</a:t>
            </a:r>
            <a:r>
              <a:rPr sz="550" spc="5" dirty="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B3B3B3"/>
                </a:solidFill>
                <a:latin typeface="Arial"/>
                <a:cs typeface="Arial"/>
              </a:rPr>
              <a:t>1</a:t>
            </a:r>
            <a:r>
              <a:rPr sz="550" spc="140" dirty="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sz="550" spc="-30" dirty="0">
                <a:solidFill>
                  <a:srgbClr val="757575"/>
                </a:solidFill>
                <a:latin typeface="Arial"/>
                <a:cs typeface="Arial"/>
              </a:rPr>
              <a:t>Search</a:t>
            </a:r>
            <a:r>
              <a:rPr sz="550" spc="-10" dirty="0">
                <a:solidFill>
                  <a:srgbClr val="757575"/>
                </a:solidFill>
                <a:latin typeface="Arial"/>
                <a:cs typeface="Arial"/>
              </a:rPr>
              <a:t> </a:t>
            </a:r>
            <a:r>
              <a:rPr sz="550" spc="-30" dirty="0">
                <a:solidFill>
                  <a:srgbClr val="757575"/>
                </a:solidFill>
                <a:latin typeface="Arial"/>
                <a:cs typeface="Arial"/>
              </a:rPr>
              <a:t>your</a:t>
            </a:r>
            <a:r>
              <a:rPr sz="550" spc="-5" dirty="0">
                <a:solidFill>
                  <a:srgbClr val="757575"/>
                </a:solidFill>
                <a:latin typeface="Arial"/>
                <a:cs typeface="Arial"/>
              </a:rPr>
              <a:t> </a:t>
            </a:r>
            <a:r>
              <a:rPr sz="550" spc="-30" dirty="0">
                <a:solidFill>
                  <a:srgbClr val="757575"/>
                </a:solidFill>
                <a:latin typeface="Arial"/>
                <a:cs typeface="Arial"/>
              </a:rPr>
              <a:t>favourite</a:t>
            </a:r>
            <a:r>
              <a:rPr sz="550" spc="-10" dirty="0">
                <a:solidFill>
                  <a:srgbClr val="757575"/>
                </a:solidFill>
                <a:latin typeface="Arial"/>
                <a:cs typeface="Arial"/>
              </a:rPr>
              <a:t> </a:t>
            </a:r>
            <a:r>
              <a:rPr sz="550" spc="-25" dirty="0">
                <a:solidFill>
                  <a:srgbClr val="7587B8"/>
                </a:solidFill>
                <a:latin typeface="Arial"/>
                <a:cs typeface="Arial"/>
              </a:rPr>
              <a:t>f.</a:t>
            </a:r>
            <a:endParaRPr sz="55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9774" y="820168"/>
            <a:ext cx="1386762" cy="1374876"/>
          </a:xfrm>
          <a:prstGeom prst="rect">
            <a:avLst/>
          </a:prstGeom>
        </p:spPr>
      </p:pic>
      <p:sp>
        <p:nvSpPr>
          <p:cNvPr id="76" name="object 76"/>
          <p:cNvSpPr txBox="1"/>
          <p:nvPr/>
        </p:nvSpPr>
        <p:spPr>
          <a:xfrm>
            <a:off x="115797" y="1943930"/>
            <a:ext cx="972185" cy="43434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200"/>
              </a:spcBef>
            </a:pPr>
            <a:r>
              <a:rPr sz="450" dirty="0">
                <a:solidFill>
                  <a:srgbClr val="F67048"/>
                </a:solidFill>
                <a:latin typeface="Arial"/>
                <a:cs typeface="Arial"/>
              </a:rPr>
              <a:t>t</a:t>
            </a:r>
            <a:r>
              <a:rPr sz="450" spc="250" dirty="0">
                <a:solidFill>
                  <a:srgbClr val="F67048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244D3D"/>
                </a:solidFill>
                <a:latin typeface="Arial"/>
                <a:cs typeface="Arial"/>
              </a:rPr>
              <a:t>Fast</a:t>
            </a:r>
            <a:r>
              <a:rPr sz="450" spc="1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244D3D"/>
                </a:solidFill>
                <a:latin typeface="Arial"/>
                <a:cs typeface="Arial"/>
              </a:rPr>
              <a:t>Delivery</a:t>
            </a:r>
            <a:r>
              <a:rPr sz="450" spc="280" dirty="0">
                <a:solidFill>
                  <a:srgbClr val="244D3D"/>
                </a:solidFill>
                <a:latin typeface="Arial"/>
                <a:cs typeface="Arial"/>
              </a:rPr>
              <a:t>  </a:t>
            </a:r>
            <a:r>
              <a:rPr sz="450" dirty="0">
                <a:solidFill>
                  <a:srgbClr val="6E8C4F"/>
                </a:solidFill>
                <a:latin typeface="Arial"/>
                <a:cs typeface="Arial"/>
              </a:rPr>
              <a:t>C</a:t>
            </a:r>
            <a:r>
              <a:rPr sz="450" spc="80" dirty="0">
                <a:solidFill>
                  <a:srgbClr val="6E8C4F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244D3D"/>
                </a:solidFill>
                <a:latin typeface="Arial"/>
                <a:cs typeface="Arial"/>
              </a:rPr>
              <a:t>Fresh</a:t>
            </a:r>
            <a:r>
              <a:rPr sz="450" spc="-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244D3D"/>
                </a:solidFill>
                <a:latin typeface="Arial"/>
                <a:cs typeface="Arial"/>
              </a:rPr>
              <a:t>&amp;</a:t>
            </a:r>
            <a:r>
              <a:rPr sz="450" spc="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244D3D"/>
                </a:solidFill>
                <a:latin typeface="Arial"/>
                <a:cs typeface="Arial"/>
              </a:rPr>
              <a:t>3bsty</a:t>
            </a:r>
            <a:endParaRPr sz="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1970" algn="l"/>
              </a:tabLst>
            </a:pPr>
            <a:r>
              <a:rPr sz="400" spc="-80" dirty="0">
                <a:solidFill>
                  <a:srgbClr val="246997"/>
                </a:solidFill>
                <a:latin typeface="Arial"/>
                <a:cs typeface="Arial"/>
              </a:rPr>
              <a:t>30—</a:t>
            </a:r>
            <a:r>
              <a:rPr sz="400" spc="-70" dirty="0">
                <a:solidFill>
                  <a:srgbClr val="246997"/>
                </a:solidFill>
                <a:latin typeface="Arial"/>
                <a:cs typeface="Arial"/>
              </a:rPr>
              <a:t>4S</a:t>
            </a:r>
            <a:r>
              <a:rPr sz="400" spc="40" dirty="0">
                <a:solidFill>
                  <a:srgbClr val="246997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70BDE1"/>
                </a:solidFill>
                <a:latin typeface="Arial"/>
                <a:cs typeface="Arial"/>
              </a:rPr>
              <a:t>min</a:t>
            </a:r>
            <a:r>
              <a:rPr sz="400" dirty="0">
                <a:solidFill>
                  <a:srgbClr val="70BDE1"/>
                </a:solidFill>
                <a:latin typeface="Arial"/>
                <a:cs typeface="Arial"/>
              </a:rPr>
              <a:t>	</a:t>
            </a:r>
            <a:r>
              <a:rPr sz="400" spc="-20" dirty="0">
                <a:solidFill>
                  <a:srgbClr val="4DA1B1"/>
                </a:solidFill>
                <a:latin typeface="Arial"/>
                <a:cs typeface="Arial"/>
              </a:rPr>
              <a:t>Made</a:t>
            </a:r>
            <a:r>
              <a:rPr sz="400" spc="5" dirty="0">
                <a:solidFill>
                  <a:srgbClr val="4DA1B1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BCBC75"/>
                </a:solidFill>
                <a:latin typeface="Arial"/>
                <a:cs typeface="Arial"/>
              </a:rPr>
              <a:t>with</a:t>
            </a:r>
            <a:r>
              <a:rPr sz="400" spc="-15" dirty="0">
                <a:solidFill>
                  <a:srgbClr val="BCBC75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70BCDF"/>
                </a:solidFill>
                <a:latin typeface="Arial"/>
                <a:cs typeface="Arial"/>
              </a:rPr>
              <a:t>care</a:t>
            </a:r>
            <a:endParaRPr sz="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4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</a:pPr>
            <a:r>
              <a:rPr sz="450" dirty="0">
                <a:solidFill>
                  <a:srgbClr val="7E6282"/>
                </a:solidFill>
                <a:latin typeface="Arial"/>
                <a:cs typeface="Arial"/>
              </a:rPr>
              <a:t>v</a:t>
            </a:r>
            <a:r>
              <a:rPr sz="450" spc="30" dirty="0">
                <a:solidFill>
                  <a:srgbClr val="7E6282"/>
                </a:solidFill>
                <a:latin typeface="Arial"/>
                <a:cs typeface="Arial"/>
              </a:rPr>
              <a:t> </a:t>
            </a:r>
            <a:r>
              <a:rPr sz="450" b="1" spc="-20" dirty="0">
                <a:solidFill>
                  <a:srgbClr val="244D3D"/>
                </a:solidFill>
                <a:latin typeface="Arial"/>
                <a:cs typeface="Arial"/>
              </a:rPr>
              <a:t>Easy</a:t>
            </a:r>
            <a:r>
              <a:rPr sz="450" b="1" spc="1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450" b="1" spc="-10" dirty="0">
                <a:solidFill>
                  <a:srgbClr val="244D3D"/>
                </a:solidFill>
                <a:latin typeface="Arial"/>
                <a:cs typeface="Arial"/>
              </a:rPr>
              <a:t>Ordering</a:t>
            </a:r>
            <a:endParaRPr sz="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00" spc="-25" dirty="0">
                <a:solidFill>
                  <a:srgbClr val="2487B1"/>
                </a:solidFill>
                <a:latin typeface="Arial"/>
                <a:cs typeface="Arial"/>
              </a:rPr>
              <a:t>Simple</a:t>
            </a:r>
            <a:r>
              <a:rPr sz="400" dirty="0">
                <a:solidFill>
                  <a:srgbClr val="2487B1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244D5B"/>
                </a:solidFill>
                <a:latin typeface="Arial"/>
                <a:cs typeface="Arial"/>
              </a:rPr>
              <a:t>6</a:t>
            </a:r>
            <a:r>
              <a:rPr sz="400" spc="25" dirty="0">
                <a:solidFill>
                  <a:srgbClr val="244D5B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244D3D"/>
                </a:solidFill>
                <a:latin typeface="Arial"/>
                <a:cs typeface="Arial"/>
              </a:rPr>
              <a:t>convenient</a:t>
            </a:r>
            <a:endParaRPr sz="400">
              <a:latin typeface="Arial"/>
              <a:cs typeface="Arial"/>
            </a:endParaRPr>
          </a:p>
        </p:txBody>
      </p:sp>
      <p:pic>
        <p:nvPicPr>
          <p:cNvPr id="55" name="object 5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5439" y="2720037"/>
            <a:ext cx="162449" cy="97073"/>
          </a:xfrm>
          <a:prstGeom prst="rect">
            <a:avLst/>
          </a:prstGeom>
        </p:spPr>
      </p:pic>
      <p:sp>
        <p:nvSpPr>
          <p:cNvPr id="77" name="object 77"/>
          <p:cNvSpPr txBox="1"/>
          <p:nvPr/>
        </p:nvSpPr>
        <p:spPr>
          <a:xfrm>
            <a:off x="115025" y="2879326"/>
            <a:ext cx="1353185" cy="3175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25"/>
              </a:spcBef>
            </a:pPr>
            <a:r>
              <a:rPr sz="400" spc="-65" dirty="0">
                <a:solidFill>
                  <a:srgbClr val="E66E80"/>
                </a:solidFill>
                <a:latin typeface="Arial"/>
                <a:cs typeface="Arial"/>
              </a:rPr>
              <a:t>F</a:t>
            </a:r>
            <a:r>
              <a:rPr sz="400" spc="-45" dirty="0">
                <a:solidFill>
                  <a:srgbClr val="E66E80"/>
                </a:solidFill>
                <a:latin typeface="Arial"/>
                <a:cs typeface="Arial"/>
              </a:rPr>
              <a:t> </a:t>
            </a:r>
            <a:r>
              <a:rPr sz="400" spc="-40" dirty="0">
                <a:solidFill>
                  <a:srgbClr val="E66E42"/>
                </a:solidFill>
                <a:latin typeface="Arial"/>
                <a:cs typeface="Arial"/>
              </a:rPr>
              <a:t>O</a:t>
            </a:r>
            <a:r>
              <a:rPr sz="400" spc="-40" dirty="0">
                <a:solidFill>
                  <a:srgbClr val="E6829C"/>
                </a:solidFill>
                <a:latin typeface="Arial"/>
                <a:cs typeface="Arial"/>
              </a:rPr>
              <a:t>0</a:t>
            </a:r>
            <a:r>
              <a:rPr sz="400" spc="85" dirty="0">
                <a:solidFill>
                  <a:srgbClr val="E6829C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E6829C"/>
                </a:solidFill>
                <a:latin typeface="Arial"/>
                <a:cs typeface="Arial"/>
              </a:rPr>
              <a:t>D</a:t>
            </a:r>
            <a:r>
              <a:rPr sz="400" spc="95" dirty="0">
                <a:solidFill>
                  <a:srgbClr val="E6829C"/>
                </a:solidFill>
                <a:latin typeface="Arial"/>
                <a:cs typeface="Arial"/>
              </a:rPr>
              <a:t> </a:t>
            </a:r>
            <a:r>
              <a:rPr sz="400" spc="-90" dirty="0">
                <a:solidFill>
                  <a:srgbClr val="E66E42"/>
                </a:solidFill>
                <a:latin typeface="Arial"/>
                <a:cs typeface="Arial"/>
              </a:rPr>
              <a:t>C</a:t>
            </a:r>
            <a:r>
              <a:rPr sz="400" spc="10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400" spc="-35" dirty="0">
                <a:solidFill>
                  <a:srgbClr val="E699B8"/>
                </a:solidFill>
                <a:latin typeface="Arial"/>
                <a:cs typeface="Arial"/>
              </a:rPr>
              <a:t>AT</a:t>
            </a:r>
            <a:r>
              <a:rPr sz="400" spc="-50" dirty="0">
                <a:solidFill>
                  <a:srgbClr val="E699B8"/>
                </a:solidFill>
                <a:latin typeface="Arial"/>
                <a:cs typeface="Arial"/>
              </a:rPr>
              <a:t> </a:t>
            </a:r>
            <a:r>
              <a:rPr sz="400" spc="-40" dirty="0">
                <a:solidFill>
                  <a:srgbClr val="EB6E42"/>
                </a:solidFill>
                <a:latin typeface="Arial"/>
                <a:cs typeface="Arial"/>
              </a:rPr>
              <a:t>E</a:t>
            </a:r>
            <a:r>
              <a:rPr sz="400" spc="-50" dirty="0">
                <a:solidFill>
                  <a:srgbClr val="EB6E42"/>
                </a:solidFill>
                <a:latin typeface="Arial"/>
                <a:cs typeface="Arial"/>
              </a:rPr>
              <a:t> </a:t>
            </a:r>
            <a:r>
              <a:rPr sz="400" spc="-75" dirty="0">
                <a:solidFill>
                  <a:srgbClr val="E699B8"/>
                </a:solidFill>
                <a:latin typeface="Arial"/>
                <a:cs typeface="Arial"/>
              </a:rPr>
              <a:t>G</a:t>
            </a:r>
            <a:r>
              <a:rPr sz="400" spc="-15" dirty="0">
                <a:solidFill>
                  <a:srgbClr val="E699B8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ED8242"/>
                </a:solidFill>
                <a:latin typeface="Arial"/>
                <a:cs typeface="Arial"/>
              </a:rPr>
              <a:t>0</a:t>
            </a:r>
            <a:r>
              <a:rPr sz="400" spc="25" dirty="0">
                <a:solidFill>
                  <a:srgbClr val="ED8242"/>
                </a:solidFill>
                <a:latin typeface="Arial"/>
                <a:cs typeface="Arial"/>
              </a:rPr>
              <a:t> </a:t>
            </a:r>
            <a:r>
              <a:rPr sz="400" spc="-90" dirty="0">
                <a:solidFill>
                  <a:srgbClr val="E66E80"/>
                </a:solidFill>
                <a:latin typeface="Arial"/>
                <a:cs typeface="Arial"/>
              </a:rPr>
              <a:t>R</a:t>
            </a:r>
            <a:r>
              <a:rPr sz="400" spc="-20" dirty="0">
                <a:solidFill>
                  <a:srgbClr val="E66E80"/>
                </a:solidFill>
                <a:latin typeface="Arial"/>
                <a:cs typeface="Arial"/>
              </a:rPr>
              <a:t> </a:t>
            </a:r>
            <a:r>
              <a:rPr sz="400" spc="-90" dirty="0">
                <a:solidFill>
                  <a:srgbClr val="E6829C"/>
                </a:solidFill>
                <a:latin typeface="Arial"/>
                <a:cs typeface="Arial"/>
              </a:rPr>
              <a:t>T</a:t>
            </a:r>
            <a:r>
              <a:rPr sz="400" spc="-90" dirty="0">
                <a:solidFill>
                  <a:srgbClr val="E66E42"/>
                </a:solidFill>
                <a:latin typeface="Arial"/>
                <a:cs typeface="Arial"/>
              </a:rPr>
              <a:t>E</a:t>
            </a:r>
            <a:r>
              <a:rPr sz="400" spc="-10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400" spc="-50" dirty="0">
                <a:solidFill>
                  <a:srgbClr val="EB6E42"/>
                </a:solidFill>
                <a:latin typeface="Arial"/>
                <a:cs typeface="Arial"/>
              </a:rPr>
              <a:t>S</a:t>
            </a:r>
            <a:endParaRPr sz="4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70"/>
              </a:spcBef>
            </a:pPr>
            <a:r>
              <a:rPr sz="750" dirty="0">
                <a:solidFill>
                  <a:srgbClr val="244D3D"/>
                </a:solidFill>
                <a:latin typeface="Arial"/>
                <a:cs typeface="Arial"/>
              </a:rPr>
              <a:t>What</a:t>
            </a:r>
            <a:r>
              <a:rPr sz="750" spc="10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244D3D"/>
                </a:solidFill>
                <a:latin typeface="Arial"/>
                <a:cs typeface="Arial"/>
              </a:rPr>
              <a:t>Would</a:t>
            </a:r>
            <a:r>
              <a:rPr sz="750" spc="10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244D3D"/>
                </a:solidFill>
                <a:latin typeface="Arial"/>
                <a:cs typeface="Arial"/>
              </a:rPr>
              <a:t>You</a:t>
            </a:r>
            <a:r>
              <a:rPr sz="750" spc="8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244D3D"/>
                </a:solidFill>
                <a:latin typeface="Arial"/>
                <a:cs typeface="Arial"/>
              </a:rPr>
              <a:t>Like</a:t>
            </a:r>
            <a:r>
              <a:rPr sz="750" spc="9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244D3D"/>
                </a:solidFill>
                <a:latin typeface="Arial"/>
                <a:cs typeface="Arial"/>
              </a:rPr>
              <a:t>to</a:t>
            </a:r>
            <a:r>
              <a:rPr sz="750" spc="9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750" spc="-20" dirty="0">
                <a:solidFill>
                  <a:srgbClr val="244D3D"/>
                </a:solidFill>
                <a:latin typeface="Arial"/>
                <a:cs typeface="Arial"/>
              </a:rPr>
              <a:t>Eat?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450" spc="-10" dirty="0">
                <a:solidFill>
                  <a:srgbClr val="89B5DD"/>
                </a:solidFill>
                <a:latin typeface="Arial"/>
                <a:cs typeface="Arial"/>
              </a:rPr>
              <a:t>Choose</a:t>
            </a:r>
            <a:r>
              <a:rPr sz="450" spc="10" dirty="0">
                <a:solidFill>
                  <a:srgbClr val="89B5DD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E7E7E"/>
                </a:solidFill>
                <a:latin typeface="Arial"/>
                <a:cs typeface="Arial"/>
              </a:rPr>
              <a:t>your</a:t>
            </a:r>
            <a:r>
              <a:rPr sz="450" spc="-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7A3C6"/>
                </a:solidFill>
                <a:latin typeface="Arial"/>
                <a:cs typeface="Arial"/>
              </a:rPr>
              <a:t>cravings</a:t>
            </a:r>
            <a:r>
              <a:rPr sz="450" spc="30" dirty="0">
                <a:solidFill>
                  <a:srgbClr val="77A3C6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7A3C6"/>
                </a:solidFill>
                <a:latin typeface="Arial"/>
                <a:cs typeface="Arial"/>
              </a:rPr>
              <a:t>and</a:t>
            </a:r>
            <a:r>
              <a:rPr sz="450" spc="5" dirty="0">
                <a:solidFill>
                  <a:srgbClr val="77A3C6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7E7E7E"/>
                </a:solidFill>
                <a:latin typeface="Arial"/>
                <a:cs typeface="Arial"/>
              </a:rPr>
              <a:t>explore</a:t>
            </a:r>
            <a:r>
              <a:rPr sz="45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77A3C6"/>
                </a:solidFill>
                <a:latin typeface="Arial"/>
                <a:cs typeface="Arial"/>
              </a:rPr>
              <a:t>our</a:t>
            </a:r>
            <a:r>
              <a:rPr sz="450" spc="-10" dirty="0">
                <a:solidFill>
                  <a:srgbClr val="77A3C6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E7E7E"/>
                </a:solidFill>
                <a:latin typeface="Arial"/>
                <a:cs typeface="Arial"/>
              </a:rPr>
              <a:t>menu.</a:t>
            </a:r>
            <a:endParaRPr sz="45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827" y="3272762"/>
            <a:ext cx="713192" cy="475461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68842" y="3413419"/>
            <a:ext cx="126789" cy="101035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21656" y="3417382"/>
            <a:ext cx="104997" cy="101035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70509" y="3437192"/>
            <a:ext cx="120846" cy="77262"/>
          </a:xfrm>
          <a:prstGeom prst="rect">
            <a:avLst/>
          </a:prstGeom>
        </p:spPr>
      </p:pic>
      <p:sp>
        <p:nvSpPr>
          <p:cNvPr id="80" name="object 80"/>
          <p:cNvSpPr txBox="1"/>
          <p:nvPr/>
        </p:nvSpPr>
        <p:spPr>
          <a:xfrm>
            <a:off x="1128306" y="3590900"/>
            <a:ext cx="202565" cy="920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00" spc="-10" dirty="0">
                <a:solidFill>
                  <a:srgbClr val="4FA8E6"/>
                </a:solidFill>
                <a:latin typeface="Arial"/>
                <a:cs typeface="Arial"/>
              </a:rPr>
              <a:t>Burgers</a:t>
            </a:r>
            <a:endParaRPr sz="400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908639" y="3590900"/>
            <a:ext cx="143510" cy="920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00" spc="-10" dirty="0">
                <a:solidFill>
                  <a:srgbClr val="244D80"/>
                </a:solidFill>
                <a:latin typeface="Arial"/>
                <a:cs typeface="Arial"/>
              </a:rPr>
              <a:t>Pizza</a:t>
            </a:r>
            <a:endParaRPr sz="400">
              <a:latin typeface="Arial"/>
              <a:cs typeface="Aria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650416" y="3596183"/>
            <a:ext cx="16446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b="1" spc="-10" dirty="0">
                <a:solidFill>
                  <a:srgbClr val="4FA8E6"/>
                </a:solidFill>
                <a:latin typeface="Arial"/>
                <a:cs typeface="Arial"/>
              </a:rPr>
              <a:t>Indian</a:t>
            </a:r>
            <a:endParaRPr sz="400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27915" y="3906709"/>
            <a:ext cx="114903" cy="122827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76767" y="3920575"/>
            <a:ext cx="108959" cy="108959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941468" y="3906709"/>
            <a:ext cx="77262" cy="122827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674471" y="3910671"/>
            <a:ext cx="112922" cy="118865"/>
          </a:xfrm>
          <a:prstGeom prst="rect">
            <a:avLst/>
          </a:prstGeom>
        </p:spPr>
      </p:pic>
      <p:sp>
        <p:nvSpPr>
          <p:cNvPr id="78" name="object 78"/>
          <p:cNvSpPr txBox="1"/>
          <p:nvPr/>
        </p:nvSpPr>
        <p:spPr>
          <a:xfrm>
            <a:off x="373093" y="4107307"/>
            <a:ext cx="20955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72C6FF"/>
                </a:solidFill>
                <a:latin typeface="Arial"/>
                <a:cs typeface="Arial"/>
              </a:rPr>
              <a:t>Chinese</a:t>
            </a:r>
            <a:endParaRPr sz="400">
              <a:latin typeface="Arial"/>
              <a:cs typeface="Arial"/>
            </a:endParaRPr>
          </a:p>
        </p:txBody>
      </p:sp>
      <p:pic>
        <p:nvPicPr>
          <p:cNvPr id="67" name="object 6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33183" y="4136514"/>
            <a:ext cx="198108" cy="35659"/>
          </a:xfrm>
          <a:prstGeom prst="rect">
            <a:avLst/>
          </a:prstGeom>
        </p:spPr>
      </p:pic>
      <p:sp>
        <p:nvSpPr>
          <p:cNvPr id="110" name="object 110"/>
          <p:cNvSpPr txBox="1"/>
          <p:nvPr/>
        </p:nvSpPr>
        <p:spPr>
          <a:xfrm>
            <a:off x="1892994" y="4104666"/>
            <a:ext cx="175260" cy="88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10" dirty="0">
                <a:solidFill>
                  <a:srgbClr val="244D62"/>
                </a:solidFill>
                <a:latin typeface="Arial"/>
                <a:cs typeface="Arial"/>
              </a:rPr>
              <a:t>Drinks</a:t>
            </a:r>
            <a:endParaRPr sz="400">
              <a:latin typeface="Arial"/>
              <a:cs typeface="Arial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2633556" y="4102024"/>
            <a:ext cx="193040" cy="920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00" spc="-10" dirty="0">
                <a:solidFill>
                  <a:srgbClr val="248CC6"/>
                </a:solidFill>
                <a:latin typeface="Arial"/>
                <a:cs typeface="Arial"/>
              </a:rPr>
              <a:t>Healthy</a:t>
            </a:r>
            <a:endParaRPr sz="4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14473" y="4633193"/>
            <a:ext cx="1289685" cy="31496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350" dirty="0">
                <a:solidFill>
                  <a:srgbClr val="E6825E"/>
                </a:solidFill>
                <a:latin typeface="Arial"/>
                <a:cs typeface="Arial"/>
              </a:rPr>
              <a:t>M</a:t>
            </a:r>
            <a:r>
              <a:rPr sz="350" spc="-30" dirty="0">
                <a:solidFill>
                  <a:srgbClr val="E6825E"/>
                </a:solidFill>
                <a:latin typeface="Arial"/>
                <a:cs typeface="Arial"/>
              </a:rPr>
              <a:t> </a:t>
            </a:r>
            <a:r>
              <a:rPr sz="350" spc="-30" dirty="0">
                <a:solidFill>
                  <a:srgbClr val="E6829C"/>
                </a:solidFill>
                <a:latin typeface="Arial"/>
                <a:cs typeface="Arial"/>
              </a:rPr>
              <a:t>A</a:t>
            </a:r>
            <a:r>
              <a:rPr sz="350" dirty="0">
                <a:solidFill>
                  <a:srgbClr val="E6829C"/>
                </a:solidFill>
                <a:latin typeface="Arial"/>
                <a:cs typeface="Arial"/>
              </a:rPr>
              <a:t> </a:t>
            </a:r>
            <a:r>
              <a:rPr sz="350" spc="-30" dirty="0">
                <a:solidFill>
                  <a:srgbClr val="E66E80"/>
                </a:solidFill>
                <a:latin typeface="Arial"/>
                <a:cs typeface="Arial"/>
              </a:rPr>
              <a:t>D</a:t>
            </a:r>
            <a:r>
              <a:rPr sz="350" spc="-10" dirty="0">
                <a:solidFill>
                  <a:srgbClr val="E66E80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E66E42"/>
                </a:solidFill>
                <a:latin typeface="Arial"/>
                <a:cs typeface="Arial"/>
              </a:rPr>
              <a:t>E</a:t>
            </a:r>
            <a:r>
              <a:rPr sz="350" spc="65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350" spc="-30" dirty="0">
                <a:solidFill>
                  <a:srgbClr val="EB6E42"/>
                </a:solidFill>
                <a:latin typeface="Arial"/>
                <a:cs typeface="Arial"/>
              </a:rPr>
              <a:t>F </a:t>
            </a:r>
            <a:r>
              <a:rPr sz="350" spc="-45" dirty="0">
                <a:solidFill>
                  <a:srgbClr val="E66E42"/>
                </a:solidFill>
                <a:latin typeface="Arial"/>
                <a:cs typeface="Arial"/>
              </a:rPr>
              <a:t>O</a:t>
            </a:r>
            <a:r>
              <a:rPr sz="350" spc="-10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E6829C"/>
                </a:solidFill>
                <a:latin typeface="Arial"/>
                <a:cs typeface="Arial"/>
              </a:rPr>
              <a:t>R</a:t>
            </a:r>
            <a:r>
              <a:rPr sz="350" spc="105" dirty="0">
                <a:solidFill>
                  <a:srgbClr val="E6829C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E6829C"/>
                </a:solidFill>
                <a:latin typeface="Arial"/>
                <a:cs typeface="Arial"/>
              </a:rPr>
              <a:t>F</a:t>
            </a:r>
            <a:r>
              <a:rPr sz="350" spc="-5" dirty="0">
                <a:solidFill>
                  <a:srgbClr val="E6829C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ED8242"/>
                </a:solidFill>
                <a:latin typeface="Arial"/>
                <a:cs typeface="Arial"/>
              </a:rPr>
              <a:t>0</a:t>
            </a:r>
            <a:r>
              <a:rPr sz="350" spc="20" dirty="0">
                <a:solidFill>
                  <a:srgbClr val="ED8242"/>
                </a:solidFill>
                <a:latin typeface="Arial"/>
                <a:cs typeface="Arial"/>
              </a:rPr>
              <a:t> </a:t>
            </a:r>
            <a:r>
              <a:rPr sz="350" spc="-45" dirty="0">
                <a:solidFill>
                  <a:srgbClr val="E66E42"/>
                </a:solidFill>
                <a:latin typeface="Arial"/>
                <a:cs typeface="Arial"/>
              </a:rPr>
              <a:t>O</a:t>
            </a:r>
            <a:r>
              <a:rPr sz="350" spc="-10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EB6E42"/>
                </a:solidFill>
                <a:latin typeface="Arial"/>
                <a:cs typeface="Arial"/>
              </a:rPr>
              <a:t>D</a:t>
            </a:r>
            <a:r>
              <a:rPr sz="350" spc="135" dirty="0">
                <a:solidFill>
                  <a:srgbClr val="EB6E42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EB6E42"/>
                </a:solidFill>
                <a:latin typeface="Arial"/>
                <a:cs typeface="Arial"/>
              </a:rPr>
              <a:t>L</a:t>
            </a:r>
            <a:r>
              <a:rPr sz="350" dirty="0">
                <a:solidFill>
                  <a:srgbClr val="E6829C"/>
                </a:solidFill>
                <a:latin typeface="Arial"/>
                <a:cs typeface="Arial"/>
              </a:rPr>
              <a:t>0</a:t>
            </a:r>
            <a:r>
              <a:rPr sz="350" spc="155" dirty="0">
                <a:solidFill>
                  <a:srgbClr val="E6829C"/>
                </a:solidFill>
                <a:latin typeface="Arial"/>
                <a:cs typeface="Arial"/>
              </a:rPr>
              <a:t> </a:t>
            </a:r>
            <a:r>
              <a:rPr sz="350" spc="-60" dirty="0">
                <a:solidFill>
                  <a:srgbClr val="E66E42"/>
                </a:solidFill>
                <a:latin typeface="Arial"/>
                <a:cs typeface="Arial"/>
              </a:rPr>
              <a:t>V</a:t>
            </a:r>
            <a:r>
              <a:rPr sz="350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350" spc="-55" dirty="0">
                <a:solidFill>
                  <a:srgbClr val="E66E42"/>
                </a:solidFill>
                <a:latin typeface="Arial"/>
                <a:cs typeface="Arial"/>
              </a:rPr>
              <a:t>E</a:t>
            </a:r>
            <a:r>
              <a:rPr sz="350" spc="-10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E66E5E"/>
                </a:solidFill>
                <a:latin typeface="Arial"/>
                <a:cs typeface="Arial"/>
              </a:rPr>
              <a:t>R</a:t>
            </a:r>
            <a:r>
              <a:rPr sz="350" spc="35" dirty="0">
                <a:solidFill>
                  <a:srgbClr val="E66E5E"/>
                </a:solidFill>
                <a:latin typeface="Arial"/>
                <a:cs typeface="Arial"/>
              </a:rPr>
              <a:t> </a:t>
            </a:r>
            <a:r>
              <a:rPr sz="350" spc="-50" dirty="0">
                <a:solidFill>
                  <a:srgbClr val="E6829C"/>
                </a:solidFill>
                <a:latin typeface="Arial"/>
                <a:cs typeface="Arial"/>
              </a:rPr>
              <a:t>5</a:t>
            </a:r>
            <a:endParaRPr sz="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750" dirty="0">
                <a:solidFill>
                  <a:srgbClr val="244D3D"/>
                </a:solidFill>
                <a:latin typeface="Arial"/>
                <a:cs typeface="Arial"/>
              </a:rPr>
              <a:t>Popular</a:t>
            </a:r>
            <a:r>
              <a:rPr sz="750" spc="26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750" spc="-10" dirty="0">
                <a:solidFill>
                  <a:srgbClr val="244D3D"/>
                </a:solidFill>
                <a:latin typeface="Arial"/>
                <a:cs typeface="Arial"/>
              </a:rPr>
              <a:t>Restaurants</a:t>
            </a:r>
            <a:endParaRPr sz="75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275"/>
              </a:spcBef>
            </a:pPr>
            <a:r>
              <a:rPr sz="450" spc="-20" dirty="0">
                <a:solidFill>
                  <a:srgbClr val="7E7E7E"/>
                </a:solidFill>
                <a:latin typeface="Arial"/>
                <a:cs typeface="Arial"/>
              </a:rPr>
              <a:t>Explore</a:t>
            </a:r>
            <a:r>
              <a:rPr sz="450" spc="5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898989"/>
                </a:solidFill>
                <a:latin typeface="Arial"/>
                <a:cs typeface="Arial"/>
              </a:rPr>
              <a:t>local</a:t>
            </a:r>
            <a:r>
              <a:rPr sz="450" spc="15" dirty="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E7E7E"/>
                </a:solidFill>
                <a:latin typeface="Arial"/>
                <a:cs typeface="Arial"/>
              </a:rPr>
              <a:t>favourites</a:t>
            </a:r>
            <a:r>
              <a:rPr sz="450" spc="4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CFA37C"/>
                </a:solidFill>
                <a:latin typeface="Arial"/>
                <a:cs typeface="Arial"/>
              </a:rPr>
              <a:t>and</a:t>
            </a:r>
            <a:r>
              <a:rPr sz="450" dirty="0">
                <a:solidFill>
                  <a:srgbClr val="CFA37C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7E7E7E"/>
                </a:solidFill>
                <a:latin typeface="Arial"/>
                <a:cs typeface="Arial"/>
              </a:rPr>
              <a:t>customer-</a:t>
            </a:r>
            <a:r>
              <a:rPr sz="450" spc="-10" dirty="0">
                <a:solidFill>
                  <a:srgbClr val="7E7E7E"/>
                </a:solidFill>
                <a:latin typeface="Arial"/>
                <a:cs typeface="Arial"/>
              </a:rPr>
              <a:t>loved</a:t>
            </a:r>
            <a:r>
              <a:rPr sz="450" spc="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E7E7E"/>
                </a:solidFill>
                <a:latin typeface="Arial"/>
                <a:cs typeface="Arial"/>
              </a:rPr>
              <a:t>places.</a:t>
            </a:r>
            <a:endParaRPr sz="45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26789" y="5039890"/>
            <a:ext cx="1446530" cy="741045"/>
            <a:chOff x="126789" y="5039890"/>
            <a:chExt cx="1446530" cy="741045"/>
          </a:xfrm>
        </p:grpSpPr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13552" y="5039890"/>
              <a:ext cx="59432" cy="74092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6789" y="5039890"/>
              <a:ext cx="681494" cy="13075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9234" y="5329130"/>
              <a:ext cx="309050" cy="10301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97343" y="5630259"/>
              <a:ext cx="110941" cy="2377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6789" y="5039890"/>
              <a:ext cx="1446195" cy="740927"/>
            </a:xfrm>
            <a:prstGeom prst="rect">
              <a:avLst/>
            </a:prstGeom>
          </p:spPr>
        </p:pic>
      </p:grpSp>
      <p:grpSp>
        <p:nvGrpSpPr>
          <p:cNvPr id="36" name="object 36"/>
          <p:cNvGrpSpPr/>
          <p:nvPr/>
        </p:nvGrpSpPr>
        <p:grpSpPr>
          <a:xfrm>
            <a:off x="1644304" y="5039890"/>
            <a:ext cx="1450340" cy="741045"/>
            <a:chOff x="1644304" y="5039890"/>
            <a:chExt cx="1450340" cy="741045"/>
          </a:xfrm>
        </p:grpSpPr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737866" y="5039890"/>
              <a:ext cx="356596" cy="74092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44304" y="5039890"/>
              <a:ext cx="681494" cy="13075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644304" y="5039890"/>
              <a:ext cx="1450157" cy="740927"/>
            </a:xfrm>
            <a:prstGeom prst="rect">
              <a:avLst/>
            </a:prstGeom>
          </p:spPr>
        </p:pic>
      </p:grpSp>
      <p:sp>
        <p:nvSpPr>
          <p:cNvPr id="81" name="object 81"/>
          <p:cNvSpPr txBox="1"/>
          <p:nvPr/>
        </p:nvSpPr>
        <p:spPr>
          <a:xfrm>
            <a:off x="182230" y="5803301"/>
            <a:ext cx="1062355" cy="43053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365"/>
              </a:spcBef>
            </a:pPr>
            <a:r>
              <a:rPr sz="500" spc="20" dirty="0">
                <a:solidFill>
                  <a:srgbClr val="244D3D"/>
                </a:solidFill>
                <a:latin typeface="Arial"/>
                <a:cs typeface="Arial"/>
              </a:rPr>
              <a:t>Burger</a:t>
            </a:r>
            <a:r>
              <a:rPr sz="500" spc="11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244D3D"/>
                </a:solidFill>
                <a:latin typeface="Arial"/>
                <a:cs typeface="Arial"/>
              </a:rPr>
              <a:t>House</a:t>
            </a:r>
            <a:endParaRPr sz="5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229"/>
              </a:spcBef>
            </a:pPr>
            <a:r>
              <a:rPr sz="450" dirty="0">
                <a:solidFill>
                  <a:srgbClr val="DBAE3F"/>
                </a:solidFill>
                <a:latin typeface="Arial"/>
                <a:cs typeface="Arial"/>
              </a:rPr>
              <a:t>w</a:t>
            </a:r>
            <a:r>
              <a:rPr sz="450" spc="30" dirty="0">
                <a:solidFill>
                  <a:srgbClr val="DBAE3F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77A5D1"/>
                </a:solidFill>
                <a:latin typeface="Arial"/>
                <a:cs typeface="Arial"/>
              </a:rPr>
              <a:t>Burgers</a:t>
            </a:r>
            <a:r>
              <a:rPr sz="450" spc="195" dirty="0">
                <a:solidFill>
                  <a:srgbClr val="77A5D1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7A5D1"/>
                </a:solidFill>
                <a:latin typeface="Arial"/>
                <a:cs typeface="Arial"/>
              </a:rPr>
              <a:t>American</a:t>
            </a:r>
            <a:endParaRPr sz="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450" dirty="0">
                <a:solidFill>
                  <a:srgbClr val="A7792D"/>
                </a:solidFill>
                <a:latin typeface="Arial"/>
                <a:cs typeface="Arial"/>
              </a:rPr>
              <a:t>&gt;</a:t>
            </a:r>
            <a:r>
              <a:rPr sz="450" spc="30" dirty="0">
                <a:solidFill>
                  <a:srgbClr val="A7792D"/>
                </a:solidFill>
                <a:latin typeface="Arial"/>
                <a:cs typeface="Arial"/>
              </a:rPr>
              <a:t> </a:t>
            </a:r>
            <a:r>
              <a:rPr sz="450" spc="-25" dirty="0">
                <a:solidFill>
                  <a:srgbClr val="A77956"/>
                </a:solidFill>
                <a:latin typeface="Arial"/>
                <a:cs typeface="Arial"/>
              </a:rPr>
              <a:t>4.5</a:t>
            </a:r>
            <a:endParaRPr sz="45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475"/>
              </a:spcBef>
            </a:pPr>
            <a:r>
              <a:rPr sz="400" spc="-20" dirty="0">
                <a:solidFill>
                  <a:srgbClr val="89B8E9"/>
                </a:solidFill>
                <a:latin typeface="Arial"/>
                <a:cs typeface="Arial"/>
              </a:rPr>
              <a:t>Juicy</a:t>
            </a:r>
            <a:r>
              <a:rPr sz="400" spc="5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89B8E9"/>
                </a:solidFill>
                <a:latin typeface="Arial"/>
                <a:cs typeface="Arial"/>
              </a:rPr>
              <a:t>burgers,</a:t>
            </a:r>
            <a:r>
              <a:rPr sz="400" spc="45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9ECDFF"/>
                </a:solidFill>
                <a:latin typeface="Arial"/>
                <a:cs typeface="Arial"/>
              </a:rPr>
              <a:t>golden</a:t>
            </a:r>
            <a:r>
              <a:rPr sz="400" spc="20" dirty="0">
                <a:solidFill>
                  <a:srgbClr val="9ECDFF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fries</a:t>
            </a:r>
            <a:r>
              <a:rPr sz="400" spc="4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9E857C"/>
                </a:solidFill>
                <a:latin typeface="Arial"/>
                <a:cs typeface="Arial"/>
              </a:rPr>
              <a:t>and</a:t>
            </a:r>
            <a:r>
              <a:rPr sz="400" spc="-10" dirty="0">
                <a:solidFill>
                  <a:srgbClr val="9E857C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delicious</a:t>
            </a:r>
            <a:r>
              <a:rPr sz="400" spc="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flavours.</a:t>
            </a:r>
            <a:endParaRPr sz="40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265597" y="6024999"/>
            <a:ext cx="246379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65" dirty="0">
                <a:solidFill>
                  <a:srgbClr val="2682C3"/>
                </a:solidFill>
                <a:latin typeface="Arial"/>
                <a:cs typeface="Arial"/>
              </a:rPr>
              <a:t>25—</a:t>
            </a:r>
            <a:r>
              <a:rPr sz="400" spc="-55" dirty="0">
                <a:solidFill>
                  <a:srgbClr val="2682C3"/>
                </a:solidFill>
                <a:latin typeface="Arial"/>
                <a:cs typeface="Arial"/>
              </a:rPr>
              <a:t>35</a:t>
            </a:r>
            <a:r>
              <a:rPr sz="400" spc="25" dirty="0">
                <a:solidFill>
                  <a:srgbClr val="2682C3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72C3FF"/>
                </a:solidFill>
                <a:latin typeface="Arial"/>
                <a:cs typeface="Arial"/>
              </a:rPr>
              <a:t>min</a:t>
            </a:r>
            <a:endParaRPr sz="40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1697421" y="5786387"/>
            <a:ext cx="415925" cy="32385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550" dirty="0">
                <a:solidFill>
                  <a:srgbClr val="244D3D"/>
                </a:solidFill>
                <a:latin typeface="Arial"/>
                <a:cs typeface="Arial"/>
              </a:rPr>
              <a:t>Pizza</a:t>
            </a:r>
            <a:r>
              <a:rPr sz="550" spc="-2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244D3D"/>
                </a:solidFill>
                <a:latin typeface="Arial"/>
                <a:cs typeface="Arial"/>
              </a:rPr>
              <a:t>Planet</a:t>
            </a:r>
            <a:endParaRPr sz="550">
              <a:latin typeface="Arial"/>
              <a:cs typeface="Arial"/>
            </a:endParaRPr>
          </a:p>
          <a:p>
            <a:pPr marL="35560">
              <a:lnSpc>
                <a:spcPct val="100000"/>
              </a:lnSpc>
              <a:spcBef>
                <a:spcPts val="270"/>
              </a:spcBef>
            </a:pPr>
            <a:r>
              <a:rPr sz="400" spc="-20" dirty="0">
                <a:solidFill>
                  <a:srgbClr val="F62F80"/>
                </a:solidFill>
                <a:latin typeface="Arial"/>
                <a:cs typeface="Arial"/>
              </a:rPr>
              <a:t>a,</a:t>
            </a:r>
            <a:r>
              <a:rPr sz="400" spc="20" dirty="0">
                <a:solidFill>
                  <a:srgbClr val="F62F80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89B8E9"/>
                </a:solidFill>
                <a:latin typeface="Arial"/>
                <a:cs typeface="Arial"/>
              </a:rPr>
              <a:t>Italian</a:t>
            </a:r>
            <a:r>
              <a:rPr sz="400" spc="130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9ECDFF"/>
                </a:solidFill>
                <a:latin typeface="Arial"/>
                <a:cs typeface="Arial"/>
              </a:rPr>
              <a:t>Pizza</a:t>
            </a:r>
            <a:endParaRPr sz="4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165"/>
              </a:spcBef>
            </a:pPr>
            <a:r>
              <a:rPr sz="350" dirty="0">
                <a:solidFill>
                  <a:srgbClr val="A7792D"/>
                </a:solidFill>
                <a:latin typeface="Arial"/>
                <a:cs typeface="Arial"/>
              </a:rPr>
              <a:t>A</a:t>
            </a:r>
            <a:r>
              <a:rPr sz="350" spc="60" dirty="0">
                <a:solidFill>
                  <a:srgbClr val="A7792D"/>
                </a:solidFill>
                <a:latin typeface="Arial"/>
                <a:cs typeface="Arial"/>
              </a:rPr>
              <a:t> </a:t>
            </a:r>
            <a:r>
              <a:rPr sz="350" spc="-25" dirty="0">
                <a:solidFill>
                  <a:srgbClr val="A77956"/>
                </a:solidFill>
                <a:latin typeface="Arial"/>
                <a:cs typeface="Arial"/>
              </a:rPr>
              <a:t>4.7</a:t>
            </a:r>
            <a:endParaRPr sz="350">
              <a:latin typeface="Arial"/>
              <a:cs typeface="Arial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2782490" y="6024999"/>
            <a:ext cx="24701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2682C3"/>
                </a:solidFill>
                <a:latin typeface="Arial"/>
                <a:cs typeface="Arial"/>
              </a:rPr>
              <a:t>30-</a:t>
            </a:r>
            <a:r>
              <a:rPr sz="400" dirty="0">
                <a:solidFill>
                  <a:srgbClr val="2682C3"/>
                </a:solidFill>
                <a:latin typeface="Arial"/>
                <a:cs typeface="Arial"/>
              </a:rPr>
              <a:t>40 </a:t>
            </a:r>
            <a:r>
              <a:rPr sz="400" spc="-25" dirty="0">
                <a:solidFill>
                  <a:srgbClr val="72C3FF"/>
                </a:solidFill>
                <a:latin typeface="Arial"/>
                <a:cs typeface="Arial"/>
              </a:rPr>
              <a:t>min</a:t>
            </a:r>
            <a:endParaRPr sz="40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1702552" y="6145186"/>
            <a:ext cx="1122680" cy="88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Freshly</a:t>
            </a:r>
            <a:r>
              <a:rPr sz="400" spc="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7795BC"/>
                </a:solidFill>
                <a:latin typeface="Arial"/>
                <a:cs typeface="Arial"/>
              </a:rPr>
              <a:t>baked</a:t>
            </a:r>
            <a:r>
              <a:rPr sz="400" dirty="0">
                <a:solidFill>
                  <a:srgbClr val="7795BC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pizzas</a:t>
            </a:r>
            <a:r>
              <a:rPr sz="400" spc="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89B8E9"/>
                </a:solidFill>
                <a:latin typeface="Arial"/>
                <a:cs typeface="Arial"/>
              </a:rPr>
              <a:t>loaded</a:t>
            </a:r>
            <a:r>
              <a:rPr sz="400" spc="30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89B8E9"/>
                </a:solidFill>
                <a:latin typeface="Arial"/>
                <a:cs typeface="Arial"/>
              </a:rPr>
              <a:t>wilti</a:t>
            </a:r>
            <a:r>
              <a:rPr sz="400" spc="-5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delicious</a:t>
            </a:r>
            <a:r>
              <a:rPr sz="400" spc="6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toppings.</a:t>
            </a:r>
            <a:endParaRPr sz="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0184" y="6343451"/>
            <a:ext cx="654050" cy="202565"/>
          </a:xfrm>
          <a:prstGeom prst="rect">
            <a:avLst/>
          </a:prstGeom>
          <a:solidFill>
            <a:srgbClr val="244D3D"/>
          </a:solidFill>
        </p:spPr>
        <p:txBody>
          <a:bodyPr vert="horz" wrap="square" lIns="0" tIns="48895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385"/>
              </a:spcBef>
            </a:pPr>
            <a:r>
              <a:rPr sz="550" spc="-10" dirty="0">
                <a:solidFill>
                  <a:srgbClr val="FFFFFF"/>
                </a:solidFill>
                <a:latin typeface="Arial"/>
                <a:cs typeface="Arial"/>
              </a:rPr>
              <a:t>Explore</a:t>
            </a:r>
            <a:r>
              <a:rPr sz="55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FFFFFF"/>
                </a:solidFill>
                <a:latin typeface="Arial"/>
                <a:cs typeface="Arial"/>
              </a:rPr>
              <a:t>Idenu</a:t>
            </a:r>
            <a:endParaRPr sz="5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707699" y="6343451"/>
            <a:ext cx="654050" cy="202565"/>
          </a:xfrm>
          <a:prstGeom prst="rect">
            <a:avLst/>
          </a:prstGeom>
          <a:solidFill>
            <a:srgbClr val="244D3D"/>
          </a:solidFill>
        </p:spPr>
        <p:txBody>
          <a:bodyPr vert="horz" wrap="square" lIns="0" tIns="48895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385"/>
              </a:spcBef>
            </a:pPr>
            <a:r>
              <a:rPr sz="550" spc="-10" dirty="0">
                <a:solidFill>
                  <a:srgbClr val="FFFFFF"/>
                </a:solidFill>
                <a:latin typeface="Arial"/>
                <a:cs typeface="Arial"/>
              </a:rPr>
              <a:t>Explore</a:t>
            </a:r>
            <a:r>
              <a:rPr sz="55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FFFFFF"/>
                </a:solidFill>
                <a:latin typeface="Arial"/>
                <a:cs typeface="Arial"/>
              </a:rPr>
              <a:t>Idenu</a:t>
            </a:r>
            <a:endParaRPr sz="55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30751" y="6696084"/>
            <a:ext cx="1430347" cy="73300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707699" y="6696084"/>
            <a:ext cx="1355065" cy="733003"/>
          </a:xfrm>
          <a:prstGeom prst="rect">
            <a:avLst/>
          </a:prstGeom>
        </p:spPr>
      </p:pic>
      <p:sp>
        <p:nvSpPr>
          <p:cNvPr id="82" name="object 82"/>
          <p:cNvSpPr txBox="1"/>
          <p:nvPr/>
        </p:nvSpPr>
        <p:spPr>
          <a:xfrm>
            <a:off x="167760" y="7441749"/>
            <a:ext cx="435609" cy="31813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425"/>
              </a:spcBef>
            </a:pPr>
            <a:r>
              <a:rPr sz="550" dirty="0">
                <a:solidFill>
                  <a:srgbClr val="244D3D"/>
                </a:solidFill>
                <a:latin typeface="Arial"/>
                <a:cs typeface="Arial"/>
              </a:rPr>
              <a:t>Spice</a:t>
            </a:r>
            <a:r>
              <a:rPr sz="550" spc="1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244D3D"/>
                </a:solidFill>
                <a:latin typeface="Arial"/>
                <a:cs typeface="Arial"/>
              </a:rPr>
              <a:t>Villa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400" dirty="0">
                <a:solidFill>
                  <a:srgbClr val="DB7B2B"/>
                </a:solidFill>
                <a:latin typeface="Arial"/>
                <a:cs typeface="Arial"/>
              </a:rPr>
              <a:t>p</a:t>
            </a:r>
            <a:r>
              <a:rPr sz="400" spc="320" dirty="0">
                <a:solidFill>
                  <a:srgbClr val="DB7B2B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89B8E9"/>
                </a:solidFill>
                <a:latin typeface="Arial"/>
                <a:cs typeface="Arial"/>
              </a:rPr>
              <a:t>Indian</a:t>
            </a:r>
            <a:r>
              <a:rPr sz="400" spc="215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9ECDFF"/>
                </a:solidFill>
                <a:latin typeface="Arial"/>
                <a:cs typeface="Arial"/>
              </a:rPr>
              <a:t>Biryani</a:t>
            </a:r>
            <a:endParaRPr sz="4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110"/>
              </a:spcBef>
            </a:pPr>
            <a:r>
              <a:rPr sz="400" dirty="0">
                <a:solidFill>
                  <a:srgbClr val="A7792D"/>
                </a:solidFill>
                <a:latin typeface="Arial"/>
                <a:cs typeface="Arial"/>
              </a:rPr>
              <a:t>A</a:t>
            </a:r>
            <a:r>
              <a:rPr sz="400" spc="20" dirty="0">
                <a:solidFill>
                  <a:srgbClr val="A7792D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A77956"/>
                </a:solidFill>
                <a:latin typeface="Arial"/>
                <a:cs typeface="Arial"/>
              </a:rPr>
              <a:t>4.8</a:t>
            </a:r>
            <a:endParaRPr sz="4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264975" y="7673267"/>
            <a:ext cx="35750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2682C3"/>
                </a:solidFill>
                <a:latin typeface="Arial"/>
                <a:cs typeface="Arial"/>
              </a:rPr>
              <a:t>35-</a:t>
            </a:r>
            <a:r>
              <a:rPr sz="400" dirty="0">
                <a:solidFill>
                  <a:srgbClr val="2682C3"/>
                </a:solidFill>
                <a:latin typeface="Arial"/>
                <a:cs typeface="Arial"/>
              </a:rPr>
              <a:t>45</a:t>
            </a:r>
            <a:r>
              <a:rPr sz="400" spc="-20" dirty="0">
                <a:solidFill>
                  <a:srgbClr val="2682C3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2C3FF"/>
                </a:solidFill>
                <a:latin typeface="Arial"/>
                <a:cs typeface="Arial"/>
              </a:rPr>
              <a:t>min</a:t>
            </a:r>
            <a:r>
              <a:rPr sz="400" spc="245" dirty="0">
                <a:solidFill>
                  <a:srgbClr val="72C3FF"/>
                </a:solidFill>
                <a:latin typeface="Arial"/>
                <a:cs typeface="Arial"/>
              </a:rPr>
              <a:t>  </a:t>
            </a:r>
            <a:r>
              <a:rPr sz="400" spc="-50" dirty="0">
                <a:solidFill>
                  <a:srgbClr val="A7792D"/>
                </a:solidFill>
                <a:latin typeface="Cambria"/>
                <a:cs typeface="Cambria"/>
              </a:rPr>
              <a:t>f</a:t>
            </a:r>
            <a:endParaRPr sz="400">
              <a:latin typeface="Cambria"/>
              <a:cs typeface="Cambria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1703682" y="7438218"/>
            <a:ext cx="476884" cy="32067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550" dirty="0">
                <a:solidFill>
                  <a:srgbClr val="244D3D"/>
                </a:solidFill>
                <a:latin typeface="Arial"/>
                <a:cs typeface="Arial"/>
              </a:rPr>
              <a:t>Sweet</a:t>
            </a:r>
            <a:r>
              <a:rPr sz="550" spc="-4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244D3D"/>
                </a:solidFill>
                <a:latin typeface="Arial"/>
                <a:cs typeface="Arial"/>
              </a:rPr>
              <a:t>Comer</a:t>
            </a:r>
            <a:endParaRPr sz="55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spcBef>
                <a:spcPts val="235"/>
              </a:spcBef>
            </a:pPr>
            <a:r>
              <a:rPr sz="400" dirty="0">
                <a:solidFill>
                  <a:srgbClr val="5789FF"/>
                </a:solidFill>
                <a:latin typeface="Arial"/>
                <a:cs typeface="Arial"/>
              </a:rPr>
              <a:t>a</a:t>
            </a:r>
            <a:r>
              <a:rPr sz="400" spc="165" dirty="0">
                <a:solidFill>
                  <a:srgbClr val="5789FF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E7E7E"/>
                </a:solidFill>
                <a:latin typeface="Arial"/>
                <a:cs typeface="Arial"/>
              </a:rPr>
              <a:t>DesseM</a:t>
            </a:r>
            <a:r>
              <a:rPr sz="400" spc="229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Bakery</a:t>
            </a:r>
            <a:endParaRPr sz="400">
              <a:latin typeface="Arial"/>
              <a:cs typeface="Arial"/>
            </a:endParaRPr>
          </a:p>
          <a:p>
            <a:pPr marL="60960">
              <a:lnSpc>
                <a:spcPct val="100000"/>
              </a:lnSpc>
              <a:spcBef>
                <a:spcPts val="114"/>
              </a:spcBef>
            </a:pPr>
            <a:r>
              <a:rPr sz="400" spc="-25" dirty="0">
                <a:solidFill>
                  <a:srgbClr val="A77956"/>
                </a:solidFill>
                <a:latin typeface="Cambria"/>
                <a:cs typeface="Cambria"/>
              </a:rPr>
              <a:t>4.6</a:t>
            </a:r>
            <a:endParaRPr sz="400">
              <a:latin typeface="Cambria"/>
              <a:cs typeface="Cambria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2783111" y="7673267"/>
            <a:ext cx="246379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65" dirty="0">
                <a:solidFill>
                  <a:srgbClr val="2682C3"/>
                </a:solidFill>
                <a:latin typeface="Arial"/>
                <a:cs typeface="Arial"/>
              </a:rPr>
              <a:t>20—</a:t>
            </a:r>
            <a:r>
              <a:rPr sz="400" spc="-55" dirty="0">
                <a:solidFill>
                  <a:srgbClr val="2682C3"/>
                </a:solidFill>
                <a:latin typeface="Arial"/>
                <a:cs typeface="Arial"/>
              </a:rPr>
              <a:t>30</a:t>
            </a:r>
            <a:r>
              <a:rPr sz="400" spc="25" dirty="0">
                <a:solidFill>
                  <a:srgbClr val="2682C3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72C3FF"/>
                </a:solidFill>
                <a:latin typeface="Arial"/>
                <a:cs typeface="Arial"/>
              </a:rPr>
              <a:t>min</a:t>
            </a:r>
            <a:endParaRPr sz="4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85486" y="7793453"/>
            <a:ext cx="922019" cy="88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Authentic</a:t>
            </a:r>
            <a:r>
              <a:rPr sz="40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8985A3"/>
                </a:solidFill>
                <a:latin typeface="Arial"/>
                <a:cs typeface="Arial"/>
              </a:rPr>
              <a:t>Indian</a:t>
            </a:r>
            <a:r>
              <a:rPr sz="400" spc="10" dirty="0">
                <a:solidFill>
                  <a:srgbClr val="8985A3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E7E7E"/>
                </a:solidFill>
                <a:latin typeface="Arial"/>
                <a:cs typeface="Arial"/>
              </a:rPr>
              <a:t>meak</a:t>
            </a:r>
            <a:r>
              <a:rPr sz="400" spc="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7E7E7E"/>
                </a:solidFill>
                <a:latin typeface="Arial"/>
                <a:cs typeface="Arial"/>
              </a:rPr>
              <a:t>prepared</a:t>
            </a:r>
            <a:r>
              <a:rPr sz="400" spc="1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8985A3"/>
                </a:solidFill>
                <a:latin typeface="Arial"/>
                <a:cs typeface="Arial"/>
              </a:rPr>
              <a:t>with</a:t>
            </a:r>
            <a:r>
              <a:rPr sz="400" spc="15" dirty="0">
                <a:solidFill>
                  <a:srgbClr val="8985A3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care.</a:t>
            </a:r>
            <a:endParaRPr sz="400">
              <a:latin typeface="Arial"/>
              <a:cs typeface="Arial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700550" y="7793453"/>
            <a:ext cx="1118870" cy="88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Sweet</a:t>
            </a:r>
            <a:r>
              <a:rPr sz="400" spc="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treats</a:t>
            </a:r>
            <a:r>
              <a:rPr sz="400" spc="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9ECDFF"/>
                </a:solidFill>
                <a:latin typeface="Arial"/>
                <a:cs typeface="Arial"/>
              </a:rPr>
              <a:t>and</a:t>
            </a:r>
            <a:r>
              <a:rPr sz="400" spc="25" dirty="0">
                <a:solidFill>
                  <a:srgbClr val="9ECDFF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7795BC"/>
                </a:solidFill>
                <a:latin typeface="Arial"/>
                <a:cs typeface="Arial"/>
              </a:rPr>
              <a:t>delightful</a:t>
            </a:r>
            <a:r>
              <a:rPr sz="400" spc="15" dirty="0">
                <a:solidFill>
                  <a:srgbClr val="7795BC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7E7E7E"/>
                </a:solidFill>
                <a:latin typeface="Arial"/>
                <a:cs typeface="Arial"/>
              </a:rPr>
              <a:t>desserts</a:t>
            </a:r>
            <a:r>
              <a:rPr sz="400" spc="3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9ECDFF"/>
                </a:solidFill>
                <a:latin typeface="Arial"/>
                <a:cs typeface="Arial"/>
              </a:rPr>
              <a:t>for</a:t>
            </a:r>
            <a:r>
              <a:rPr sz="400" spc="15" dirty="0">
                <a:solidFill>
                  <a:srgbClr val="9ECDFF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every</a:t>
            </a:r>
            <a:r>
              <a:rPr sz="400" spc="3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mood.</a:t>
            </a:r>
            <a:endParaRPr sz="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0184" y="7991719"/>
            <a:ext cx="654050" cy="202565"/>
          </a:xfrm>
          <a:prstGeom prst="rect">
            <a:avLst/>
          </a:prstGeom>
          <a:solidFill>
            <a:srgbClr val="244D3D"/>
          </a:solidFill>
        </p:spPr>
        <p:txBody>
          <a:bodyPr vert="horz" wrap="square" lIns="0" tIns="48895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385"/>
              </a:spcBef>
            </a:pPr>
            <a:r>
              <a:rPr sz="550" spc="-10" dirty="0">
                <a:solidFill>
                  <a:srgbClr val="FFFFFF"/>
                </a:solidFill>
                <a:latin typeface="Arial"/>
                <a:cs typeface="Arial"/>
              </a:rPr>
              <a:t>Explore</a:t>
            </a:r>
            <a:r>
              <a:rPr sz="55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FFFFFF"/>
                </a:solidFill>
                <a:latin typeface="Arial"/>
                <a:cs typeface="Arial"/>
              </a:rPr>
              <a:t>Idenu</a:t>
            </a:r>
            <a:endParaRPr sz="5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07699" y="7991719"/>
            <a:ext cx="654050" cy="202565"/>
          </a:xfrm>
          <a:prstGeom prst="rect">
            <a:avLst/>
          </a:prstGeom>
          <a:solidFill>
            <a:srgbClr val="244D3D"/>
          </a:solidFill>
        </p:spPr>
        <p:txBody>
          <a:bodyPr vert="horz" wrap="square" lIns="0" tIns="48895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385"/>
              </a:spcBef>
            </a:pPr>
            <a:r>
              <a:rPr sz="550" spc="-10" dirty="0">
                <a:solidFill>
                  <a:srgbClr val="FFFFFF"/>
                </a:solidFill>
                <a:latin typeface="Arial"/>
                <a:cs typeface="Arial"/>
              </a:rPr>
              <a:t>Explore</a:t>
            </a:r>
            <a:r>
              <a:rPr sz="55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FFFFFF"/>
                </a:solidFill>
                <a:latin typeface="Arial"/>
                <a:cs typeface="Arial"/>
              </a:rPr>
              <a:t>Idenu</a:t>
            </a:r>
            <a:endParaRPr sz="55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13919" y="8621121"/>
            <a:ext cx="1169035" cy="3168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00" spc="-10" dirty="0">
                <a:solidFill>
                  <a:srgbClr val="E66E7C"/>
                </a:solidFill>
                <a:latin typeface="Arial"/>
                <a:cs typeface="Arial"/>
              </a:rPr>
              <a:t>F</a:t>
            </a:r>
            <a:r>
              <a:rPr sz="400" spc="-10" dirty="0">
                <a:solidFill>
                  <a:srgbClr val="E68097"/>
                </a:solidFill>
                <a:latin typeface="Arial"/>
                <a:cs typeface="Arial"/>
              </a:rPr>
              <a:t>R</a:t>
            </a:r>
            <a:r>
              <a:rPr sz="400" spc="-45" dirty="0">
                <a:solidFill>
                  <a:srgbClr val="E68097"/>
                </a:solidFill>
                <a:latin typeface="Arial"/>
                <a:cs typeface="Arial"/>
              </a:rPr>
              <a:t> </a:t>
            </a:r>
            <a:r>
              <a:rPr sz="400" spc="-40" dirty="0">
                <a:solidFill>
                  <a:srgbClr val="E86E42"/>
                </a:solidFill>
                <a:latin typeface="Arial"/>
                <a:cs typeface="Arial"/>
              </a:rPr>
              <a:t>E</a:t>
            </a:r>
            <a:r>
              <a:rPr sz="400" spc="-15" dirty="0">
                <a:solidFill>
                  <a:srgbClr val="E86E42"/>
                </a:solidFill>
                <a:latin typeface="Arial"/>
                <a:cs typeface="Arial"/>
              </a:rPr>
              <a:t> </a:t>
            </a:r>
            <a:r>
              <a:rPr sz="400" spc="-90" dirty="0">
                <a:solidFill>
                  <a:srgbClr val="E68097"/>
                </a:solidFill>
                <a:latin typeface="Arial"/>
                <a:cs typeface="Arial"/>
              </a:rPr>
              <a:t>S</a:t>
            </a:r>
            <a:r>
              <a:rPr sz="400" spc="-25" dirty="0">
                <a:solidFill>
                  <a:srgbClr val="E68097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E68097"/>
                </a:solidFill>
                <a:latin typeface="Arial"/>
                <a:cs typeface="Arial"/>
              </a:rPr>
              <a:t>H</a:t>
            </a:r>
            <a:r>
              <a:rPr sz="400" spc="35" dirty="0">
                <a:solidFill>
                  <a:srgbClr val="E68097"/>
                </a:solidFill>
                <a:latin typeface="Arial"/>
                <a:cs typeface="Arial"/>
              </a:rPr>
              <a:t> </a:t>
            </a:r>
            <a:r>
              <a:rPr sz="400" spc="-65" dirty="0">
                <a:solidFill>
                  <a:srgbClr val="E86E42"/>
                </a:solidFill>
                <a:latin typeface="Arial"/>
                <a:cs typeface="Arial"/>
              </a:rPr>
              <a:t>F</a:t>
            </a:r>
            <a:r>
              <a:rPr sz="400" spc="-55" dirty="0">
                <a:solidFill>
                  <a:srgbClr val="E86E42"/>
                </a:solidFill>
                <a:latin typeface="Arial"/>
                <a:cs typeface="Arial"/>
              </a:rPr>
              <a:t> </a:t>
            </a:r>
            <a:r>
              <a:rPr sz="400" spc="-50" dirty="0">
                <a:solidFill>
                  <a:srgbClr val="E66E7C"/>
                </a:solidFill>
                <a:latin typeface="Arial"/>
                <a:cs typeface="Arial"/>
              </a:rPr>
              <a:t>R</a:t>
            </a:r>
            <a:r>
              <a:rPr sz="400" spc="-35" dirty="0">
                <a:solidFill>
                  <a:srgbClr val="E66E7C"/>
                </a:solidFill>
                <a:latin typeface="Arial"/>
                <a:cs typeface="Arial"/>
              </a:rPr>
              <a:t> </a:t>
            </a:r>
            <a:r>
              <a:rPr sz="400" spc="-75" dirty="0">
                <a:solidFill>
                  <a:srgbClr val="E66E42"/>
                </a:solidFill>
                <a:latin typeface="Arial"/>
                <a:cs typeface="Arial"/>
              </a:rPr>
              <a:t>O</a:t>
            </a:r>
            <a:r>
              <a:rPr sz="400" spc="-25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E66E42"/>
                </a:solidFill>
                <a:latin typeface="Arial"/>
                <a:cs typeface="Arial"/>
              </a:rPr>
              <a:t>M</a:t>
            </a:r>
            <a:r>
              <a:rPr sz="400" spc="85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E695B1"/>
                </a:solidFill>
                <a:latin typeface="Arial"/>
                <a:cs typeface="Arial"/>
              </a:rPr>
              <a:t>0</a:t>
            </a:r>
            <a:r>
              <a:rPr sz="400" spc="5" dirty="0">
                <a:solidFill>
                  <a:srgbClr val="E695B1"/>
                </a:solidFill>
                <a:latin typeface="Arial"/>
                <a:cs typeface="Arial"/>
              </a:rPr>
              <a:t> </a:t>
            </a:r>
            <a:r>
              <a:rPr sz="400" spc="-60" dirty="0">
                <a:solidFill>
                  <a:srgbClr val="E68097"/>
                </a:solidFill>
                <a:latin typeface="Arial"/>
                <a:cs typeface="Arial"/>
              </a:rPr>
              <a:t>U</a:t>
            </a:r>
            <a:r>
              <a:rPr sz="400" spc="-35" dirty="0">
                <a:solidFill>
                  <a:srgbClr val="E68097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E695B1"/>
                </a:solidFill>
                <a:latin typeface="Arial"/>
                <a:cs typeface="Arial"/>
              </a:rPr>
              <a:t>R</a:t>
            </a:r>
            <a:r>
              <a:rPr sz="400" spc="130" dirty="0">
                <a:solidFill>
                  <a:srgbClr val="E695B1"/>
                </a:solidFill>
                <a:latin typeface="Arial"/>
                <a:cs typeface="Arial"/>
              </a:rPr>
              <a:t> </a:t>
            </a:r>
            <a:r>
              <a:rPr sz="400" spc="-65" dirty="0">
                <a:solidFill>
                  <a:srgbClr val="E695B1"/>
                </a:solidFill>
                <a:latin typeface="Arial"/>
                <a:cs typeface="Arial"/>
              </a:rPr>
              <a:t>K</a:t>
            </a:r>
            <a:r>
              <a:rPr sz="400" spc="-20" dirty="0">
                <a:solidFill>
                  <a:srgbClr val="E695B1"/>
                </a:solidFill>
                <a:latin typeface="Arial"/>
                <a:cs typeface="Arial"/>
              </a:rPr>
              <a:t> </a:t>
            </a:r>
            <a:r>
              <a:rPr sz="400" spc="-85" dirty="0">
                <a:solidFill>
                  <a:srgbClr val="E66E5D"/>
                </a:solidFill>
                <a:latin typeface="Arial"/>
                <a:cs typeface="Arial"/>
              </a:rPr>
              <a:t>T</a:t>
            </a:r>
            <a:r>
              <a:rPr sz="400" spc="-85" dirty="0">
                <a:solidFill>
                  <a:srgbClr val="E68097"/>
                </a:solidFill>
                <a:latin typeface="Arial"/>
                <a:cs typeface="Arial"/>
              </a:rPr>
              <a:t>T</a:t>
            </a:r>
            <a:r>
              <a:rPr sz="400" spc="-40" dirty="0">
                <a:solidFill>
                  <a:srgbClr val="E68097"/>
                </a:solidFill>
                <a:latin typeface="Arial"/>
                <a:cs typeface="Arial"/>
              </a:rPr>
              <a:t> </a:t>
            </a:r>
            <a:r>
              <a:rPr sz="400" spc="-55" dirty="0">
                <a:solidFill>
                  <a:srgbClr val="E66E42"/>
                </a:solidFill>
                <a:latin typeface="Arial"/>
                <a:cs typeface="Arial"/>
              </a:rPr>
              <a:t>C </a:t>
            </a:r>
            <a:r>
              <a:rPr sz="400" spc="-60" dirty="0">
                <a:solidFill>
                  <a:srgbClr val="E66E7C"/>
                </a:solidFill>
                <a:latin typeface="Arial"/>
                <a:cs typeface="Arial"/>
              </a:rPr>
              <a:t>H</a:t>
            </a:r>
            <a:r>
              <a:rPr sz="400" spc="-35" dirty="0">
                <a:solidFill>
                  <a:srgbClr val="E66E7C"/>
                </a:solidFill>
                <a:latin typeface="Arial"/>
                <a:cs typeface="Arial"/>
              </a:rPr>
              <a:t> </a:t>
            </a:r>
            <a:r>
              <a:rPr sz="400" spc="-40" dirty="0">
                <a:solidFill>
                  <a:srgbClr val="E68097"/>
                </a:solidFill>
                <a:latin typeface="Arial"/>
                <a:cs typeface="Arial"/>
              </a:rPr>
              <a:t>E</a:t>
            </a:r>
            <a:r>
              <a:rPr sz="400" spc="-30" dirty="0">
                <a:solidFill>
                  <a:srgbClr val="E68097"/>
                </a:solidFill>
                <a:latin typeface="Arial"/>
                <a:cs typeface="Arial"/>
              </a:rPr>
              <a:t> </a:t>
            </a:r>
            <a:r>
              <a:rPr sz="400" spc="-50" dirty="0">
                <a:solidFill>
                  <a:srgbClr val="E66E42"/>
                </a:solidFill>
                <a:latin typeface="Arial"/>
                <a:cs typeface="Arial"/>
              </a:rPr>
              <a:t>N</a:t>
            </a:r>
            <a:endParaRPr sz="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750" b="1" dirty="0">
                <a:solidFill>
                  <a:srgbClr val="244D3D"/>
                </a:solidFill>
                <a:latin typeface="Arial"/>
                <a:cs typeface="Arial"/>
              </a:rPr>
              <a:t>Our </a:t>
            </a:r>
            <a:r>
              <a:rPr sz="750" b="1" spc="-10" dirty="0">
                <a:solidFill>
                  <a:srgbClr val="244D3D"/>
                </a:solidFill>
                <a:latin typeface="Arial"/>
                <a:cs typeface="Arial"/>
              </a:rPr>
              <a:t>Delicious</a:t>
            </a:r>
            <a:r>
              <a:rPr sz="750" b="1" spc="7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750" b="1" spc="-20" dirty="0">
                <a:solidFill>
                  <a:srgbClr val="246972"/>
                </a:solidFill>
                <a:latin typeface="Arial"/>
                <a:cs typeface="Arial"/>
              </a:rPr>
              <a:t>Menu</a:t>
            </a:r>
            <a:endParaRPr sz="75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305"/>
              </a:spcBef>
            </a:pPr>
            <a:r>
              <a:rPr sz="450" spc="-10" dirty="0">
                <a:solidFill>
                  <a:srgbClr val="7793AF"/>
                </a:solidFill>
                <a:latin typeface="Arial"/>
                <a:cs typeface="Arial"/>
              </a:rPr>
              <a:t>Find</a:t>
            </a:r>
            <a:r>
              <a:rPr sz="450" spc="-25" dirty="0">
                <a:solidFill>
                  <a:srgbClr val="7793AF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E7E7E"/>
                </a:solidFill>
                <a:latin typeface="Arial"/>
                <a:cs typeface="Arial"/>
              </a:rPr>
              <a:t>your</a:t>
            </a:r>
            <a:r>
              <a:rPr sz="450" spc="-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E7E7E"/>
                </a:solidFill>
                <a:latin typeface="Arial"/>
                <a:cs typeface="Arial"/>
              </a:rPr>
              <a:t>favourite</a:t>
            </a:r>
            <a:r>
              <a:rPr sz="450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E7E7E"/>
                </a:solidFill>
                <a:latin typeface="Arial"/>
                <a:cs typeface="Arial"/>
              </a:rPr>
              <a:t>dish</a:t>
            </a:r>
            <a:r>
              <a:rPr sz="450" spc="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7A1BF"/>
                </a:solidFill>
                <a:latin typeface="Arial"/>
                <a:cs typeface="Arial"/>
              </a:rPr>
              <a:t>and</a:t>
            </a:r>
            <a:r>
              <a:rPr sz="450" dirty="0">
                <a:solidFill>
                  <a:srgbClr val="77A1BF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7793AF"/>
                </a:solidFill>
                <a:latin typeface="Arial"/>
                <a:cs typeface="Arial"/>
              </a:rPr>
              <a:t>add </a:t>
            </a:r>
            <a:r>
              <a:rPr sz="450" dirty="0">
                <a:solidFill>
                  <a:srgbClr val="77A1BF"/>
                </a:solidFill>
                <a:latin typeface="Arial"/>
                <a:cs typeface="Arial"/>
              </a:rPr>
              <a:t>it</a:t>
            </a:r>
            <a:r>
              <a:rPr sz="450" spc="-5" dirty="0">
                <a:solidFill>
                  <a:srgbClr val="77A1BF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828282"/>
                </a:solidFill>
                <a:latin typeface="Arial"/>
                <a:cs typeface="Arial"/>
              </a:rPr>
              <a:t>to</a:t>
            </a:r>
            <a:r>
              <a:rPr sz="450" spc="-15" dirty="0">
                <a:solidFill>
                  <a:srgbClr val="828282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B1B189"/>
                </a:solidFill>
                <a:latin typeface="Arial"/>
                <a:cs typeface="Arial"/>
              </a:rPr>
              <a:t>your </a:t>
            </a:r>
            <a:r>
              <a:rPr sz="450" spc="-10" dirty="0">
                <a:solidFill>
                  <a:srgbClr val="E6E6E6"/>
                </a:solidFill>
                <a:latin typeface="Arial"/>
                <a:cs typeface="Arial"/>
              </a:rPr>
              <a:t>cart.</a:t>
            </a:r>
            <a:endParaRPr sz="45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81829" y="9071919"/>
            <a:ext cx="963930" cy="1047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dirty="0">
                <a:solidFill>
                  <a:srgbClr val="64CFE9"/>
                </a:solidFill>
                <a:latin typeface="Arial"/>
                <a:cs typeface="Arial"/>
              </a:rPr>
              <a:t>@</a:t>
            </a:r>
            <a:r>
              <a:rPr sz="500" spc="65" dirty="0">
                <a:solidFill>
                  <a:srgbClr val="64CFE9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59ECD"/>
                </a:solidFill>
                <a:latin typeface="Arial"/>
                <a:cs typeface="Arial"/>
              </a:rPr>
              <a:t>Search</a:t>
            </a:r>
            <a:r>
              <a:rPr sz="500" spc="10" dirty="0">
                <a:solidFill>
                  <a:srgbClr val="759ECD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587B8"/>
                </a:solidFill>
                <a:latin typeface="Arial"/>
                <a:cs typeface="Arial"/>
              </a:rPr>
              <a:t>dishes</a:t>
            </a:r>
            <a:r>
              <a:rPr sz="500" spc="15" dirty="0">
                <a:solidFill>
                  <a:srgbClr val="7587B8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7587B8"/>
                </a:solidFill>
                <a:latin typeface="Arial"/>
                <a:cs typeface="Arial"/>
              </a:rPr>
              <a:t>or</a:t>
            </a:r>
            <a:r>
              <a:rPr sz="500" spc="10" dirty="0">
                <a:solidFill>
                  <a:srgbClr val="7587B8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B88775"/>
                </a:solidFill>
                <a:latin typeface="Arial"/>
                <a:cs typeface="Arial"/>
              </a:rPr>
              <a:t>restaurants..</a:t>
            </a:r>
            <a:endParaRPr sz="500">
              <a:latin typeface="Arial"/>
              <a:cs typeface="Arial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2365484" y="9069277"/>
            <a:ext cx="696595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-25" dirty="0">
                <a:solidFill>
                  <a:srgbClr val="2682C3"/>
                </a:solidFill>
                <a:latin typeface="Arial"/>
                <a:cs typeface="Arial"/>
              </a:rPr>
              <a:t>Sort.</a:t>
            </a:r>
            <a:r>
              <a:rPr sz="550" spc="-15" dirty="0">
                <a:solidFill>
                  <a:srgbClr val="2682C3"/>
                </a:solidFill>
                <a:latin typeface="Arial"/>
                <a:cs typeface="Arial"/>
              </a:rPr>
              <a:t> </a:t>
            </a:r>
            <a:r>
              <a:rPr sz="550" spc="-30" dirty="0">
                <a:solidFill>
                  <a:srgbClr val="313131"/>
                </a:solidFill>
                <a:latin typeface="Arial"/>
                <a:cs typeface="Arial"/>
              </a:rPr>
              <a:t>Recommended</a:t>
            </a:r>
            <a:r>
              <a:rPr sz="550" spc="33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550" spc="-50" dirty="0">
                <a:solidFill>
                  <a:srgbClr val="313131"/>
                </a:solidFill>
                <a:latin typeface="Arial"/>
                <a:cs typeface="Arial"/>
              </a:rPr>
              <a:t>•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26789" y="9330932"/>
            <a:ext cx="1446530" cy="741045"/>
            <a:chOff x="126789" y="9330932"/>
            <a:chExt cx="1446530" cy="741045"/>
          </a:xfrm>
        </p:grpSpPr>
        <p:pic>
          <p:nvPicPr>
            <p:cNvPr id="32" name="object 3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13957" y="9406214"/>
              <a:ext cx="689419" cy="5547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99234" y="9612245"/>
              <a:ext cx="689419" cy="11094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97343" y="9913374"/>
              <a:ext cx="689419" cy="2377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6789" y="9330932"/>
              <a:ext cx="1446195" cy="740927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648266" y="9334895"/>
            <a:ext cx="1434309" cy="733003"/>
          </a:xfrm>
          <a:prstGeom prst="rect">
            <a:avLst/>
          </a:prstGeom>
        </p:spPr>
      </p:pic>
      <p:sp>
        <p:nvSpPr>
          <p:cNvPr id="86" name="object 86"/>
          <p:cNvSpPr txBox="1"/>
          <p:nvPr/>
        </p:nvSpPr>
        <p:spPr>
          <a:xfrm>
            <a:off x="185888" y="10123218"/>
            <a:ext cx="746125" cy="1987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90"/>
              </a:spcBef>
            </a:pPr>
            <a:r>
              <a:rPr sz="550" dirty="0">
                <a:solidFill>
                  <a:srgbClr val="DDB13F"/>
                </a:solidFill>
                <a:latin typeface="Arial"/>
                <a:cs typeface="Arial"/>
              </a:rPr>
              <a:t>gs</a:t>
            </a:r>
            <a:r>
              <a:rPr sz="550" spc="80" dirty="0">
                <a:solidFill>
                  <a:srgbClr val="DDB13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244D3D"/>
                </a:solidFill>
                <a:latin typeface="Arial"/>
                <a:cs typeface="Arial"/>
              </a:rPr>
              <a:t>Classic</a:t>
            </a:r>
            <a:r>
              <a:rPr sz="550" spc="1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244D3D"/>
                </a:solidFill>
                <a:latin typeface="Arial"/>
                <a:cs typeface="Arial"/>
              </a:rPr>
              <a:t>Veg</a:t>
            </a:r>
            <a:r>
              <a:rPr sz="550" spc="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244D3D"/>
                </a:solidFill>
                <a:latin typeface="Arial"/>
                <a:cs typeface="Arial"/>
              </a:rPr>
              <a:t>Burger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350" dirty="0">
                <a:solidFill>
                  <a:srgbClr val="7E7E7E"/>
                </a:solidFill>
                <a:latin typeface="Arial"/>
                <a:cs typeface="Arial"/>
              </a:rPr>
              <a:t>Burger</a:t>
            </a:r>
            <a:r>
              <a:rPr sz="350" spc="3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7E7E7E"/>
                </a:solidFill>
                <a:latin typeface="Arial"/>
                <a:cs typeface="Arial"/>
              </a:rPr>
              <a:t>House</a:t>
            </a:r>
            <a:r>
              <a:rPr sz="350" spc="28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50" spc="-10" dirty="0">
                <a:solidFill>
                  <a:srgbClr val="77A5D1"/>
                </a:solidFill>
                <a:latin typeface="Arial"/>
                <a:cs typeface="Arial"/>
              </a:rPr>
              <a:t>Burger</a:t>
            </a:r>
            <a:endParaRPr sz="35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1703013" y="10080566"/>
            <a:ext cx="663575" cy="24193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7465">
              <a:lnSpc>
                <a:spcPct val="100000"/>
              </a:lnSpc>
              <a:spcBef>
                <a:spcPts val="425"/>
              </a:spcBef>
            </a:pPr>
            <a:r>
              <a:rPr sz="550" dirty="0">
                <a:solidFill>
                  <a:srgbClr val="FB5B89"/>
                </a:solidFill>
                <a:latin typeface="Arial"/>
                <a:cs typeface="Arial"/>
              </a:rPr>
              <a:t>a</a:t>
            </a:r>
            <a:r>
              <a:rPr sz="550" spc="190" dirty="0">
                <a:solidFill>
                  <a:srgbClr val="FB5B89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244D62"/>
                </a:solidFill>
                <a:latin typeface="Arial"/>
                <a:cs typeface="Arial"/>
              </a:rPr>
              <a:t>Margherita</a:t>
            </a:r>
            <a:r>
              <a:rPr sz="550" spc="15" dirty="0">
                <a:solidFill>
                  <a:srgbClr val="244D62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244D3D"/>
                </a:solidFill>
                <a:latin typeface="Arial"/>
                <a:cs typeface="Arial"/>
              </a:rPr>
              <a:t>Pizza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400" spc="-25" dirty="0">
                <a:solidFill>
                  <a:srgbClr val="7795BC"/>
                </a:solidFill>
                <a:latin typeface="Arial"/>
                <a:cs typeface="Arial"/>
              </a:rPr>
              <a:t>Pizza</a:t>
            </a:r>
            <a:r>
              <a:rPr sz="400" spc="-15" dirty="0">
                <a:solidFill>
                  <a:srgbClr val="7795BC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7A5D1"/>
                </a:solidFill>
                <a:latin typeface="Arial"/>
                <a:cs typeface="Arial"/>
              </a:rPr>
              <a:t>Planet</a:t>
            </a:r>
            <a:r>
              <a:rPr sz="400" spc="150" dirty="0">
                <a:solidFill>
                  <a:srgbClr val="77A5D1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Pizza</a:t>
            </a:r>
            <a:endParaRPr sz="4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82777" y="10345098"/>
            <a:ext cx="971550" cy="88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spc="-20" dirty="0">
                <a:solidFill>
                  <a:srgbClr val="89B8E9"/>
                </a:solidFill>
                <a:latin typeface="Arial"/>
                <a:cs typeface="Arial"/>
              </a:rPr>
              <a:t>Crispy</a:t>
            </a:r>
            <a:r>
              <a:rPr sz="400" spc="50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30" dirty="0">
                <a:solidFill>
                  <a:srgbClr val="9ECDFF"/>
                </a:solidFill>
                <a:latin typeface="Arial"/>
                <a:cs typeface="Arial"/>
              </a:rPr>
              <a:t>patty,</a:t>
            </a:r>
            <a:r>
              <a:rPr sz="400" spc="45" dirty="0">
                <a:solidFill>
                  <a:srgbClr val="9ECDFF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7E7E7E"/>
                </a:solidFill>
                <a:latin typeface="Arial"/>
                <a:cs typeface="Arial"/>
              </a:rPr>
              <a:t>fresh</a:t>
            </a: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89B8E9"/>
                </a:solidFill>
                <a:latin typeface="Arial"/>
                <a:cs typeface="Arial"/>
              </a:rPr>
              <a:t>lettuce</a:t>
            </a:r>
            <a:r>
              <a:rPr sz="400" spc="20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9ECDFF"/>
                </a:solidFill>
                <a:latin typeface="Arial"/>
                <a:cs typeface="Arial"/>
              </a:rPr>
              <a:t>and</a:t>
            </a:r>
            <a:r>
              <a:rPr sz="400" spc="-5" dirty="0">
                <a:solidFill>
                  <a:srgbClr val="9ECDFF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89B8E9"/>
                </a:solidFill>
                <a:latin typeface="Arial"/>
                <a:cs typeface="Arial"/>
              </a:rPr>
              <a:t>creamy</a:t>
            </a:r>
            <a:r>
              <a:rPr sz="400" spc="30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sauce.</a:t>
            </a:r>
            <a:endParaRPr sz="400">
              <a:latin typeface="Arial"/>
              <a:cs typeface="Arial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1700160" y="10342457"/>
            <a:ext cx="687705" cy="920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00" spc="-20" dirty="0">
                <a:solidFill>
                  <a:srgbClr val="89B8E9"/>
                </a:solidFill>
                <a:latin typeface="Arial"/>
                <a:cs typeface="Arial"/>
              </a:rPr>
              <a:t>Classic</a:t>
            </a:r>
            <a:r>
              <a:rPr sz="400" spc="30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7E7E7E"/>
                </a:solidFill>
                <a:latin typeface="Arial"/>
                <a:cs typeface="Arial"/>
              </a:rPr>
              <a:t>cheese</a:t>
            </a:r>
            <a:r>
              <a:rPr sz="400" spc="1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89B8E9"/>
                </a:solidFill>
                <a:latin typeface="Arial"/>
                <a:cs typeface="Arial"/>
              </a:rPr>
              <a:t>pizza</a:t>
            </a:r>
            <a:r>
              <a:rPr sz="400" spc="20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40" dirty="0">
                <a:solidFill>
                  <a:srgbClr val="7785A3"/>
                </a:solidFill>
                <a:latin typeface="Arial"/>
                <a:cs typeface="Arial"/>
              </a:rPr>
              <a:t>vmlti</a:t>
            </a:r>
            <a:r>
              <a:rPr sz="400" spc="20" dirty="0">
                <a:solidFill>
                  <a:srgbClr val="7785A3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fresh</a:t>
            </a:r>
            <a:endParaRPr sz="4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68016" y="10533961"/>
            <a:ext cx="16002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solidFill>
                  <a:srgbClr val="A7792D"/>
                </a:solidFill>
                <a:latin typeface="Times New Roman"/>
                <a:cs typeface="Times New Roman"/>
              </a:rPr>
              <a:t>f</a:t>
            </a:r>
            <a:r>
              <a:rPr sz="400" spc="290" dirty="0">
                <a:solidFill>
                  <a:srgbClr val="A7792D"/>
                </a:solidFill>
                <a:latin typeface="Times New Roman"/>
                <a:cs typeface="Times New Roman"/>
              </a:rPr>
              <a:t> </a:t>
            </a:r>
            <a:r>
              <a:rPr sz="400" spc="-25" dirty="0">
                <a:solidFill>
                  <a:srgbClr val="A77956"/>
                </a:solidFill>
                <a:latin typeface="Times New Roman"/>
                <a:cs typeface="Times New Roman"/>
              </a:rPr>
              <a:t>4.5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293005" y="10533961"/>
            <a:ext cx="21907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solidFill>
                  <a:srgbClr val="723B31"/>
                </a:solidFill>
                <a:latin typeface="Arial"/>
                <a:cs typeface="Arial"/>
              </a:rPr>
              <a:t>a</a:t>
            </a:r>
            <a:r>
              <a:rPr sz="400" spc="70" dirty="0">
                <a:solidFill>
                  <a:srgbClr val="723B31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2682C3"/>
                </a:solidFill>
                <a:latin typeface="Arial"/>
                <a:cs typeface="Arial"/>
              </a:rPr>
              <a:t>20</a:t>
            </a:r>
            <a:r>
              <a:rPr sz="400" spc="-25" dirty="0">
                <a:solidFill>
                  <a:srgbClr val="2682C3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72C3FF"/>
                </a:solidFill>
                <a:latin typeface="Arial"/>
                <a:cs typeface="Arial"/>
              </a:rPr>
              <a:t>min</a:t>
            </a:r>
            <a:endParaRPr sz="400">
              <a:latin typeface="Arial"/>
              <a:cs typeface="Arial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1702993" y="10536603"/>
            <a:ext cx="14160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dirty="0">
                <a:solidFill>
                  <a:srgbClr val="A7792D"/>
                </a:solidFill>
                <a:latin typeface="Arial"/>
                <a:cs typeface="Arial"/>
              </a:rPr>
              <a:t>A</a:t>
            </a:r>
            <a:r>
              <a:rPr sz="350" spc="60" dirty="0">
                <a:solidFill>
                  <a:srgbClr val="A7792D"/>
                </a:solidFill>
                <a:latin typeface="Arial"/>
                <a:cs typeface="Arial"/>
              </a:rPr>
              <a:t> </a:t>
            </a:r>
            <a:r>
              <a:rPr sz="350" spc="-25" dirty="0">
                <a:solidFill>
                  <a:srgbClr val="A77956"/>
                </a:solidFill>
                <a:latin typeface="Arial"/>
                <a:cs typeface="Arial"/>
              </a:rPr>
              <a:t>4.7</a:t>
            </a:r>
            <a:endParaRPr sz="350">
              <a:latin typeface="Arial"/>
              <a:cs typeface="Arial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2810519" y="10533961"/>
            <a:ext cx="21907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solidFill>
                  <a:srgbClr val="723B31"/>
                </a:solidFill>
                <a:latin typeface="Arial"/>
                <a:cs typeface="Arial"/>
              </a:rPr>
              <a:t>a</a:t>
            </a:r>
            <a:r>
              <a:rPr sz="400" spc="70" dirty="0">
                <a:solidFill>
                  <a:srgbClr val="723B31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2682C3"/>
                </a:solidFill>
                <a:latin typeface="Arial"/>
                <a:cs typeface="Arial"/>
              </a:rPr>
              <a:t>30</a:t>
            </a:r>
            <a:r>
              <a:rPr sz="400" spc="-25" dirty="0">
                <a:solidFill>
                  <a:srgbClr val="2682C3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72C3FF"/>
                </a:solidFill>
                <a:latin typeface="Arial"/>
                <a:cs typeface="Arial"/>
              </a:rPr>
              <a:t>min</a:t>
            </a:r>
            <a:endParaRPr sz="4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84301" y="10659429"/>
            <a:ext cx="196215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-45" dirty="0">
                <a:solidFill>
                  <a:srgbClr val="244D3D"/>
                </a:solidFill>
                <a:latin typeface="Arial"/>
                <a:cs typeface="Arial"/>
              </a:rPr>
              <a:t>4'149</a:t>
            </a:r>
            <a:endParaRPr sz="650">
              <a:latin typeface="Arial"/>
              <a:cs typeface="Arial"/>
            </a:endParaRPr>
          </a:p>
        </p:txBody>
      </p:sp>
      <p:pic>
        <p:nvPicPr>
          <p:cNvPr id="59" name="object 5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94146" y="10812788"/>
            <a:ext cx="108959" cy="3565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351103" y="10697885"/>
            <a:ext cx="146600" cy="146600"/>
          </a:xfrm>
          <a:prstGeom prst="rect">
            <a:avLst/>
          </a:prstGeom>
        </p:spPr>
      </p:pic>
      <p:sp>
        <p:nvSpPr>
          <p:cNvPr id="123" name="object 123"/>
          <p:cNvSpPr txBox="1"/>
          <p:nvPr/>
        </p:nvSpPr>
        <p:spPr>
          <a:xfrm>
            <a:off x="1701816" y="10659429"/>
            <a:ext cx="196215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-45" dirty="0">
                <a:solidFill>
                  <a:srgbClr val="244D3D"/>
                </a:solidFill>
                <a:latin typeface="Arial"/>
                <a:cs typeface="Arial"/>
              </a:rPr>
              <a:t>4'249</a:t>
            </a:r>
            <a:endParaRPr sz="650">
              <a:latin typeface="Arial"/>
              <a:cs typeface="Arial"/>
            </a:endParaRPr>
          </a:p>
        </p:txBody>
      </p:sp>
      <p:pic>
        <p:nvPicPr>
          <p:cNvPr id="60" name="object 60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711661" y="10812788"/>
            <a:ext cx="108959" cy="3565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872580" y="10697885"/>
            <a:ext cx="146600" cy="1466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30751" y="11022782"/>
            <a:ext cx="1430347" cy="733003"/>
          </a:xfrm>
          <a:prstGeom prst="rect">
            <a:avLst/>
          </a:prstGeom>
        </p:spPr>
      </p:pic>
      <p:grpSp>
        <p:nvGrpSpPr>
          <p:cNvPr id="42" name="object 42"/>
          <p:cNvGrpSpPr/>
          <p:nvPr/>
        </p:nvGrpSpPr>
        <p:grpSpPr>
          <a:xfrm>
            <a:off x="1691850" y="11066365"/>
            <a:ext cx="269875" cy="119380"/>
            <a:chOff x="1691850" y="11066365"/>
            <a:chExt cx="269875" cy="119380"/>
          </a:xfrm>
        </p:grpSpPr>
        <p:pic>
          <p:nvPicPr>
            <p:cNvPr id="43" name="object 4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691850" y="11066365"/>
              <a:ext cx="269428" cy="11886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691850" y="11066365"/>
              <a:ext cx="269428" cy="118865"/>
            </a:xfrm>
            <a:prstGeom prst="rect">
              <a:avLst/>
            </a:prstGeom>
          </p:spPr>
        </p:pic>
      </p:grpSp>
      <p:sp>
        <p:nvSpPr>
          <p:cNvPr id="124" name="object 124"/>
          <p:cNvSpPr txBox="1"/>
          <p:nvPr/>
        </p:nvSpPr>
        <p:spPr>
          <a:xfrm>
            <a:off x="1913941" y="11285456"/>
            <a:ext cx="889000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175" dirty="0">
                <a:solidFill>
                  <a:srgbClr val="244D3D"/>
                </a:solidFill>
                <a:latin typeface="Arial Black"/>
                <a:cs typeface="Arial Black"/>
              </a:rPr>
              <a:t>Delicious</a:t>
            </a:r>
            <a:r>
              <a:rPr sz="1100" spc="100" dirty="0">
                <a:solidFill>
                  <a:srgbClr val="244D3D"/>
                </a:solidFill>
                <a:latin typeface="Arial Black"/>
                <a:cs typeface="Arial Black"/>
              </a:rPr>
              <a:t> </a:t>
            </a:r>
            <a:r>
              <a:rPr sz="1100" spc="-145" dirty="0">
                <a:solidFill>
                  <a:srgbClr val="244D3D"/>
                </a:solidFill>
                <a:latin typeface="Arial Black"/>
                <a:cs typeface="Arial Black"/>
              </a:rPr>
              <a:t>Food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83154" y="11763030"/>
            <a:ext cx="917575" cy="36258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470"/>
              </a:spcBef>
            </a:pPr>
            <a:r>
              <a:rPr sz="550" dirty="0">
                <a:solidFill>
                  <a:srgbClr val="244D3D"/>
                </a:solidFill>
                <a:latin typeface="Arial"/>
                <a:cs typeface="Arial"/>
              </a:rPr>
              <a:t>Paneer</a:t>
            </a:r>
            <a:r>
              <a:rPr sz="550" spc="5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244D3D"/>
                </a:solidFill>
                <a:latin typeface="Arial"/>
                <a:cs typeface="Arial"/>
              </a:rPr>
              <a:t>Butter</a:t>
            </a:r>
            <a:r>
              <a:rPr sz="550" spc="6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72A8A8"/>
                </a:solidFill>
                <a:latin typeface="Arial"/>
                <a:cs typeface="Arial"/>
              </a:rPr>
              <a:t>Masala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Spice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785A3"/>
                </a:solidFill>
                <a:latin typeface="Arial"/>
                <a:cs typeface="Arial"/>
              </a:rPr>
              <a:t>Villa</a:t>
            </a:r>
            <a:r>
              <a:rPr sz="400" spc="155" dirty="0">
                <a:solidFill>
                  <a:srgbClr val="7785A3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9E858E"/>
                </a:solidFill>
                <a:latin typeface="Arial"/>
                <a:cs typeface="Arial"/>
              </a:rPr>
              <a:t>Indian</a:t>
            </a:r>
            <a:endParaRPr sz="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Soft</a:t>
            </a:r>
            <a:r>
              <a:rPr sz="40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paneer</a:t>
            </a:r>
            <a:r>
              <a:rPr sz="400" spc="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7795BC"/>
                </a:solidFill>
                <a:latin typeface="Arial"/>
                <a:cs typeface="Arial"/>
              </a:rPr>
              <a:t>in</a:t>
            </a:r>
            <a:r>
              <a:rPr sz="400" spc="-15" dirty="0">
                <a:solidFill>
                  <a:srgbClr val="7795BC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9ECDFF"/>
                </a:solidFill>
                <a:latin typeface="Arial"/>
                <a:cs typeface="Arial"/>
              </a:rPr>
              <a:t>a </a:t>
            </a:r>
            <a:r>
              <a:rPr sz="400" spc="-20" dirty="0">
                <a:solidFill>
                  <a:srgbClr val="89B8E9"/>
                </a:solidFill>
                <a:latin typeface="Arial"/>
                <a:cs typeface="Arial"/>
              </a:rPr>
              <a:t>rich,</a:t>
            </a:r>
            <a:r>
              <a:rPr sz="400" spc="10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89B8E9"/>
                </a:solidFill>
                <a:latin typeface="Arial"/>
                <a:cs typeface="Arial"/>
              </a:rPr>
              <a:t>creamy</a:t>
            </a:r>
            <a:r>
              <a:rPr sz="400" spc="35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89B8E9"/>
                </a:solidFill>
                <a:latin typeface="Arial"/>
                <a:cs typeface="Arial"/>
              </a:rPr>
              <a:t>tomato</a:t>
            </a:r>
            <a:r>
              <a:rPr sz="400" spc="10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gravy</a:t>
            </a:r>
            <a:endParaRPr sz="400">
              <a:latin typeface="Arial"/>
              <a:cs typeface="Arial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1700669" y="11763030"/>
            <a:ext cx="1051560" cy="36258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470"/>
              </a:spcBef>
            </a:pPr>
            <a:r>
              <a:rPr sz="550" spc="-10" dirty="0">
                <a:solidFill>
                  <a:srgbClr val="244D3D"/>
                </a:solidFill>
                <a:latin typeface="Arial"/>
                <a:cs typeface="Arial"/>
              </a:rPr>
              <a:t>Veg</a:t>
            </a:r>
            <a:r>
              <a:rPr sz="550" spc="-2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244D3D"/>
                </a:solidFill>
                <a:latin typeface="Arial"/>
                <a:cs typeface="Arial"/>
              </a:rPr>
              <a:t>Biryani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Spice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785A3"/>
                </a:solidFill>
                <a:latin typeface="Arial"/>
                <a:cs typeface="Arial"/>
              </a:rPr>
              <a:t>Villa</a:t>
            </a:r>
            <a:r>
              <a:rPr sz="400" spc="155" dirty="0">
                <a:solidFill>
                  <a:srgbClr val="7785A3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9E858E"/>
                </a:solidFill>
                <a:latin typeface="Arial"/>
                <a:cs typeface="Arial"/>
              </a:rPr>
              <a:t>Indian</a:t>
            </a:r>
            <a:endParaRPr sz="4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390"/>
              </a:spcBef>
            </a:pPr>
            <a:r>
              <a:rPr sz="400" spc="-25" dirty="0">
                <a:solidFill>
                  <a:srgbClr val="7E7E7E"/>
                </a:solidFill>
                <a:latin typeface="Arial"/>
                <a:cs typeface="Arial"/>
              </a:rPr>
              <a:t>Fragrant</a:t>
            </a:r>
            <a:r>
              <a:rPr sz="400" spc="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rice</a:t>
            </a:r>
            <a:r>
              <a:rPr sz="400" spc="3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30" dirty="0">
                <a:solidFill>
                  <a:srgbClr val="7E7E7E"/>
                </a:solidFill>
                <a:latin typeface="Arial"/>
                <a:cs typeface="Arial"/>
              </a:rPr>
              <a:t>cooked</a:t>
            </a:r>
            <a:r>
              <a:rPr sz="400" spc="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40" dirty="0">
                <a:solidFill>
                  <a:srgbClr val="7785A3"/>
                </a:solidFill>
                <a:latin typeface="Arial"/>
                <a:cs typeface="Arial"/>
              </a:rPr>
              <a:t>vmlti</a:t>
            </a:r>
            <a:r>
              <a:rPr sz="400" spc="-5" dirty="0">
                <a:solidFill>
                  <a:srgbClr val="7785A3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spices</a:t>
            </a:r>
            <a:r>
              <a:rPr sz="400" spc="4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B8957C"/>
                </a:solidFill>
                <a:latin typeface="Arial"/>
                <a:cs typeface="Arial"/>
              </a:rPr>
              <a:t>and</a:t>
            </a:r>
            <a:r>
              <a:rPr sz="400" spc="-5" dirty="0">
                <a:solidFill>
                  <a:srgbClr val="B8957C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vegetables.</a:t>
            </a:r>
            <a:endParaRPr sz="4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85486" y="12223170"/>
            <a:ext cx="140970" cy="88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dirty="0">
                <a:solidFill>
                  <a:srgbClr val="A7792D"/>
                </a:solidFill>
                <a:latin typeface="Arial"/>
                <a:cs typeface="Arial"/>
              </a:rPr>
              <a:t>A</a:t>
            </a:r>
            <a:r>
              <a:rPr sz="400" spc="20" dirty="0">
                <a:solidFill>
                  <a:srgbClr val="A7792D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A77956"/>
                </a:solidFill>
                <a:latin typeface="Arial"/>
                <a:cs typeface="Arial"/>
              </a:rPr>
              <a:t>4.8</a:t>
            </a:r>
            <a:endParaRPr sz="4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293005" y="12225812"/>
            <a:ext cx="32956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solidFill>
                  <a:srgbClr val="723B31"/>
                </a:solidFill>
                <a:latin typeface="Arial"/>
                <a:cs typeface="Arial"/>
              </a:rPr>
              <a:t>a</a:t>
            </a:r>
            <a:r>
              <a:rPr sz="400" spc="60" dirty="0">
                <a:solidFill>
                  <a:srgbClr val="723B31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2682C3"/>
                </a:solidFill>
                <a:latin typeface="Arial"/>
                <a:cs typeface="Arial"/>
              </a:rPr>
              <a:t>30</a:t>
            </a:r>
            <a:r>
              <a:rPr sz="400" spc="-25" dirty="0">
                <a:solidFill>
                  <a:srgbClr val="2682C3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2C3FF"/>
                </a:solidFill>
                <a:latin typeface="Arial"/>
                <a:cs typeface="Arial"/>
              </a:rPr>
              <a:t>min</a:t>
            </a:r>
            <a:r>
              <a:rPr sz="400" spc="240" dirty="0">
                <a:solidFill>
                  <a:srgbClr val="72C3FF"/>
                </a:solidFill>
                <a:latin typeface="Arial"/>
                <a:cs typeface="Arial"/>
              </a:rPr>
              <a:t>  </a:t>
            </a:r>
            <a:r>
              <a:rPr sz="400" spc="-50" dirty="0">
                <a:solidFill>
                  <a:srgbClr val="A7792D"/>
                </a:solidFill>
                <a:latin typeface="Cambria"/>
                <a:cs typeface="Cambria"/>
              </a:rPr>
              <a:t>f</a:t>
            </a:r>
            <a:endParaRPr sz="400">
              <a:latin typeface="Cambria"/>
              <a:cs typeface="Cambria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1752545" y="12225812"/>
            <a:ext cx="9207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solidFill>
                  <a:srgbClr val="A77956"/>
                </a:solidFill>
                <a:latin typeface="Cambria"/>
                <a:cs typeface="Cambria"/>
              </a:rPr>
              <a:t>4.6</a:t>
            </a:r>
            <a:endParaRPr sz="400">
              <a:latin typeface="Cambria"/>
              <a:cs typeface="Cambria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2810519" y="12225812"/>
            <a:ext cx="21907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solidFill>
                  <a:srgbClr val="723B31"/>
                </a:solidFill>
                <a:latin typeface="Arial"/>
                <a:cs typeface="Arial"/>
              </a:rPr>
              <a:t>a</a:t>
            </a:r>
            <a:r>
              <a:rPr sz="400" spc="65" dirty="0">
                <a:solidFill>
                  <a:srgbClr val="723B31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2682C3"/>
                </a:solidFill>
                <a:latin typeface="Arial"/>
                <a:cs typeface="Arial"/>
              </a:rPr>
              <a:t>25 </a:t>
            </a:r>
            <a:r>
              <a:rPr sz="400" spc="-25" dirty="0">
                <a:solidFill>
                  <a:srgbClr val="72C3FF"/>
                </a:solidFill>
                <a:latin typeface="Arial"/>
                <a:cs typeface="Arial"/>
              </a:rPr>
              <a:t>min</a:t>
            </a:r>
            <a:endParaRPr sz="4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83620" y="12351280"/>
            <a:ext cx="194945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-114" dirty="0">
                <a:solidFill>
                  <a:srgbClr val="244D3D"/>
                </a:solidFill>
                <a:latin typeface="Arial Black"/>
                <a:cs typeface="Arial Black"/>
              </a:rPr>
              <a:t>4'229</a:t>
            </a:r>
            <a:endParaRPr sz="650">
              <a:latin typeface="Arial Black"/>
              <a:cs typeface="Arial Black"/>
            </a:endParaRPr>
          </a:p>
        </p:txBody>
      </p:sp>
      <p:pic>
        <p:nvPicPr>
          <p:cNvPr id="61" name="object 61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94146" y="12504639"/>
            <a:ext cx="108959" cy="3565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351103" y="12389736"/>
            <a:ext cx="146600" cy="146600"/>
          </a:xfrm>
          <a:prstGeom prst="rect">
            <a:avLst/>
          </a:prstGeom>
        </p:spPr>
      </p:pic>
      <p:sp>
        <p:nvSpPr>
          <p:cNvPr id="127" name="object 127"/>
          <p:cNvSpPr txBox="1"/>
          <p:nvPr/>
        </p:nvSpPr>
        <p:spPr>
          <a:xfrm>
            <a:off x="1701135" y="12351280"/>
            <a:ext cx="194945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-114" dirty="0">
                <a:solidFill>
                  <a:srgbClr val="244D3D"/>
                </a:solidFill>
                <a:latin typeface="Arial Black"/>
                <a:cs typeface="Arial Black"/>
              </a:rPr>
              <a:t>4'179</a:t>
            </a:r>
            <a:endParaRPr sz="650">
              <a:latin typeface="Arial Black"/>
              <a:cs typeface="Arial Black"/>
            </a:endParaRPr>
          </a:p>
        </p:txBody>
      </p:sp>
      <p:pic>
        <p:nvPicPr>
          <p:cNvPr id="62" name="object 62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711661" y="12504639"/>
            <a:ext cx="108959" cy="3565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872580" y="12389736"/>
            <a:ext cx="146600" cy="1466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30751" y="12714633"/>
            <a:ext cx="1430347" cy="73300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707699" y="12714633"/>
            <a:ext cx="1355065" cy="733003"/>
          </a:xfrm>
          <a:prstGeom prst="rect">
            <a:avLst/>
          </a:prstGeom>
        </p:spPr>
      </p:pic>
      <p:sp>
        <p:nvSpPr>
          <p:cNvPr id="93" name="object 93"/>
          <p:cNvSpPr txBox="1"/>
          <p:nvPr/>
        </p:nvSpPr>
        <p:spPr>
          <a:xfrm>
            <a:off x="184764" y="13462517"/>
            <a:ext cx="614045" cy="24066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409"/>
              </a:spcBef>
            </a:pPr>
            <a:r>
              <a:rPr sz="550" spc="-10" dirty="0">
                <a:solidFill>
                  <a:srgbClr val="244D3D"/>
                </a:solidFill>
                <a:latin typeface="Arial"/>
                <a:cs typeface="Arial"/>
              </a:rPr>
              <a:t>Hakka</a:t>
            </a:r>
            <a:r>
              <a:rPr sz="55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244D3D"/>
                </a:solidFill>
                <a:latin typeface="Arial"/>
                <a:cs typeface="Arial"/>
              </a:rPr>
              <a:t>Noodles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400" spc="-40" dirty="0">
                <a:solidFill>
                  <a:srgbClr val="89B8E9"/>
                </a:solidFill>
                <a:latin typeface="Arial"/>
                <a:cs typeface="Arial"/>
              </a:rPr>
              <a:t>Wok</a:t>
            </a:r>
            <a:r>
              <a:rPr sz="400" spc="5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89B8E9"/>
                </a:solidFill>
                <a:latin typeface="Arial"/>
                <a:cs typeface="Arial"/>
              </a:rPr>
              <a:t>Garden</a:t>
            </a:r>
            <a:r>
              <a:rPr sz="400" spc="180" dirty="0">
                <a:solidFill>
                  <a:srgbClr val="89B8E9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Chinese</a:t>
            </a:r>
            <a:endParaRPr sz="40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84828" y="13734082"/>
            <a:ext cx="984885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spc="-10" dirty="0">
                <a:solidFill>
                  <a:srgbClr val="7E7E7E"/>
                </a:solidFill>
                <a:latin typeface="Arial"/>
                <a:cs typeface="Arial"/>
              </a:rPr>
              <a:t>Wok-</a:t>
            </a:r>
            <a:r>
              <a:rPr sz="350" dirty="0">
                <a:solidFill>
                  <a:srgbClr val="7E7E7E"/>
                </a:solidFill>
                <a:latin typeface="Arial"/>
                <a:cs typeface="Arial"/>
              </a:rPr>
              <a:t>tossed</a:t>
            </a:r>
            <a:r>
              <a:rPr sz="350" spc="8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9EA57C"/>
                </a:solidFill>
                <a:latin typeface="Arial"/>
                <a:cs typeface="Arial"/>
              </a:rPr>
              <a:t>noodles</a:t>
            </a:r>
            <a:r>
              <a:rPr sz="350" spc="50" dirty="0">
                <a:solidFill>
                  <a:srgbClr val="9EA57C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7E7E7E"/>
                </a:solidFill>
                <a:latin typeface="Arial"/>
                <a:cs typeface="Arial"/>
              </a:rPr>
              <a:t>with</a:t>
            </a:r>
            <a:r>
              <a:rPr sz="350" spc="5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7E7E7E"/>
                </a:solidFill>
                <a:latin typeface="Arial"/>
                <a:cs typeface="Arial"/>
              </a:rPr>
              <a:t>crunchy</a:t>
            </a:r>
            <a:r>
              <a:rPr sz="350" spc="7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50" spc="-10" dirty="0">
                <a:solidFill>
                  <a:srgbClr val="7E7E7E"/>
                </a:solidFill>
                <a:latin typeface="Arial"/>
                <a:cs typeface="Arial"/>
              </a:rPr>
              <a:t>vegetables.</a:t>
            </a:r>
            <a:endParaRPr sz="350">
              <a:latin typeface="Arial"/>
              <a:cs typeface="Arial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1700550" y="13465872"/>
            <a:ext cx="923925" cy="35179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380"/>
              </a:spcBef>
            </a:pPr>
            <a:r>
              <a:rPr sz="550" dirty="0">
                <a:solidFill>
                  <a:srgbClr val="FDB3A3"/>
                </a:solidFill>
                <a:latin typeface="Arial"/>
                <a:cs typeface="Arial"/>
              </a:rPr>
              <a:t>,</a:t>
            </a:r>
            <a:r>
              <a:rPr sz="550" spc="185" dirty="0">
                <a:solidFill>
                  <a:srgbClr val="FDB3A3"/>
                </a:solidFill>
                <a:latin typeface="Arial"/>
                <a:cs typeface="Arial"/>
              </a:rPr>
              <a:t>  </a:t>
            </a:r>
            <a:r>
              <a:rPr sz="550" dirty="0">
                <a:solidFill>
                  <a:srgbClr val="244D3D"/>
                </a:solidFill>
                <a:latin typeface="Arial"/>
                <a:cs typeface="Arial"/>
              </a:rPr>
              <a:t>Chocolate</a:t>
            </a:r>
            <a:r>
              <a:rPr sz="550" spc="2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244D3D"/>
                </a:solidFill>
                <a:latin typeface="Arial"/>
                <a:cs typeface="Arial"/>
              </a:rPr>
              <a:t>Cake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Sweet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E7E7E"/>
                </a:solidFill>
                <a:latin typeface="Arial"/>
                <a:cs typeface="Arial"/>
              </a:rPr>
              <a:t>Comer</a:t>
            </a:r>
            <a:r>
              <a:rPr sz="400" spc="16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Dessert</a:t>
            </a:r>
            <a:endParaRPr sz="4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425"/>
              </a:spcBef>
            </a:pP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Rich</a:t>
            </a:r>
            <a:r>
              <a:rPr sz="400" spc="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30" dirty="0">
                <a:solidFill>
                  <a:srgbClr val="7E7E7E"/>
                </a:solidFill>
                <a:latin typeface="Arial"/>
                <a:cs typeface="Arial"/>
              </a:rPr>
              <a:t>chocolate</a:t>
            </a:r>
            <a:r>
              <a:rPr sz="400" spc="3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layers</a:t>
            </a:r>
            <a:r>
              <a:rPr sz="400" spc="2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40" dirty="0">
                <a:solidFill>
                  <a:srgbClr val="7785A3"/>
                </a:solidFill>
                <a:latin typeface="Arial"/>
                <a:cs typeface="Arial"/>
              </a:rPr>
              <a:t>vmlti</a:t>
            </a:r>
            <a:r>
              <a:rPr sz="400" spc="5" dirty="0">
                <a:solidFill>
                  <a:srgbClr val="7785A3"/>
                </a:solidFill>
                <a:latin typeface="Arial"/>
                <a:cs typeface="Arial"/>
              </a:rPr>
              <a:t> </a:t>
            </a:r>
            <a:r>
              <a:rPr sz="400" spc="-30" dirty="0">
                <a:solidFill>
                  <a:srgbClr val="9ECDFF"/>
                </a:solidFill>
                <a:latin typeface="Arial"/>
                <a:cs typeface="Arial"/>
              </a:rPr>
              <a:t>smooth</a:t>
            </a:r>
            <a:r>
              <a:rPr sz="400" spc="20" dirty="0">
                <a:solidFill>
                  <a:srgbClr val="9ECDFF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Irosling.</a:t>
            </a:r>
            <a:endParaRPr sz="4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68016" y="13917663"/>
            <a:ext cx="15875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solidFill>
                  <a:srgbClr val="A7792D"/>
                </a:solidFill>
                <a:latin typeface="Times New Roman"/>
                <a:cs typeface="Times New Roman"/>
              </a:rPr>
              <a:t>f</a:t>
            </a:r>
            <a:r>
              <a:rPr sz="400" spc="290" dirty="0">
                <a:solidFill>
                  <a:srgbClr val="A7792D"/>
                </a:solidFill>
                <a:latin typeface="Times New Roman"/>
                <a:cs typeface="Times New Roman"/>
              </a:rPr>
              <a:t> </a:t>
            </a:r>
            <a:r>
              <a:rPr sz="400" spc="-25" dirty="0">
                <a:solidFill>
                  <a:srgbClr val="A77956"/>
                </a:solidFill>
                <a:latin typeface="Times New Roman"/>
                <a:cs typeface="Times New Roman"/>
              </a:rPr>
              <a:t>4.4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1293005" y="13917663"/>
            <a:ext cx="21907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solidFill>
                  <a:srgbClr val="723B31"/>
                </a:solidFill>
                <a:latin typeface="Arial"/>
                <a:cs typeface="Arial"/>
              </a:rPr>
              <a:t>a</a:t>
            </a:r>
            <a:r>
              <a:rPr sz="400" spc="65" dirty="0">
                <a:solidFill>
                  <a:srgbClr val="723B31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2682C3"/>
                </a:solidFill>
                <a:latin typeface="Arial"/>
                <a:cs typeface="Arial"/>
              </a:rPr>
              <a:t>25 </a:t>
            </a:r>
            <a:r>
              <a:rPr sz="400" spc="-25" dirty="0">
                <a:solidFill>
                  <a:srgbClr val="72C3FF"/>
                </a:solidFill>
                <a:latin typeface="Arial"/>
                <a:cs typeface="Arial"/>
              </a:rPr>
              <a:t>min</a:t>
            </a:r>
            <a:endParaRPr sz="400">
              <a:latin typeface="Arial"/>
              <a:cs typeface="Arial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1685531" y="13917663"/>
            <a:ext cx="15938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solidFill>
                  <a:srgbClr val="A7792D"/>
                </a:solidFill>
                <a:latin typeface="Times New Roman"/>
                <a:cs typeface="Times New Roman"/>
              </a:rPr>
              <a:t>f</a:t>
            </a:r>
            <a:r>
              <a:rPr sz="400" spc="290" dirty="0">
                <a:solidFill>
                  <a:srgbClr val="A7792D"/>
                </a:solidFill>
                <a:latin typeface="Times New Roman"/>
                <a:cs typeface="Times New Roman"/>
              </a:rPr>
              <a:t> </a:t>
            </a:r>
            <a:r>
              <a:rPr sz="400" spc="-25" dirty="0">
                <a:solidFill>
                  <a:srgbClr val="A77956"/>
                </a:solidFill>
                <a:latin typeface="Times New Roman"/>
                <a:cs typeface="Times New Roman"/>
              </a:rPr>
              <a:t>4.9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2810519" y="13917663"/>
            <a:ext cx="21907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solidFill>
                  <a:srgbClr val="723B31"/>
                </a:solidFill>
                <a:latin typeface="Arial"/>
                <a:cs typeface="Arial"/>
              </a:rPr>
              <a:t>a</a:t>
            </a:r>
            <a:r>
              <a:rPr sz="400" spc="70" dirty="0">
                <a:solidFill>
                  <a:srgbClr val="723B31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2682C3"/>
                </a:solidFill>
                <a:latin typeface="Arial"/>
                <a:cs typeface="Arial"/>
              </a:rPr>
              <a:t>20</a:t>
            </a:r>
            <a:r>
              <a:rPr sz="400" spc="-25" dirty="0">
                <a:solidFill>
                  <a:srgbClr val="2682C3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72C3FF"/>
                </a:solidFill>
                <a:latin typeface="Arial"/>
                <a:cs typeface="Arial"/>
              </a:rPr>
              <a:t>min</a:t>
            </a:r>
            <a:endParaRPr sz="4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81652" y="14045772"/>
            <a:ext cx="196850" cy="1270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50" spc="-95" dirty="0">
                <a:solidFill>
                  <a:srgbClr val="244D3D"/>
                </a:solidFill>
                <a:latin typeface="Arial Black"/>
                <a:cs typeface="Arial Black"/>
              </a:rPr>
              <a:t>7169</a:t>
            </a:r>
            <a:endParaRPr sz="650">
              <a:latin typeface="Arial Black"/>
              <a:cs typeface="Arial Black"/>
            </a:endParaRPr>
          </a:p>
        </p:txBody>
      </p:sp>
      <p:pic>
        <p:nvPicPr>
          <p:cNvPr id="63" name="object 63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94146" y="14196490"/>
            <a:ext cx="108959" cy="356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351103" y="14081588"/>
            <a:ext cx="146600" cy="146600"/>
          </a:xfrm>
          <a:prstGeom prst="rect">
            <a:avLst/>
          </a:prstGeom>
        </p:spPr>
      </p:pic>
      <p:sp>
        <p:nvSpPr>
          <p:cNvPr id="130" name="object 130"/>
          <p:cNvSpPr txBox="1"/>
          <p:nvPr/>
        </p:nvSpPr>
        <p:spPr>
          <a:xfrm>
            <a:off x="1701135" y="14043130"/>
            <a:ext cx="194945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-114" dirty="0">
                <a:solidFill>
                  <a:srgbClr val="244D3D"/>
                </a:solidFill>
                <a:latin typeface="Arial Black"/>
                <a:cs typeface="Arial Black"/>
              </a:rPr>
              <a:t>4'129</a:t>
            </a:r>
            <a:endParaRPr sz="650">
              <a:latin typeface="Arial Black"/>
              <a:cs typeface="Arial Black"/>
            </a:endParaRPr>
          </a:p>
        </p:txBody>
      </p:sp>
      <p:pic>
        <p:nvPicPr>
          <p:cNvPr id="64" name="object 64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711661" y="14196490"/>
            <a:ext cx="108959" cy="3565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872580" y="14081588"/>
            <a:ext cx="146600" cy="146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30751" y="14406484"/>
            <a:ext cx="1430347" cy="73300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648266" y="14406484"/>
            <a:ext cx="1434309" cy="733003"/>
          </a:xfrm>
          <a:prstGeom prst="rect">
            <a:avLst/>
          </a:prstGeom>
        </p:spPr>
      </p:pic>
      <p:sp>
        <p:nvSpPr>
          <p:cNvPr id="97" name="object 97"/>
          <p:cNvSpPr txBox="1"/>
          <p:nvPr/>
        </p:nvSpPr>
        <p:spPr>
          <a:xfrm>
            <a:off x="185037" y="15157719"/>
            <a:ext cx="898525" cy="34734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380"/>
              </a:spcBef>
            </a:pPr>
            <a:r>
              <a:rPr sz="550" dirty="0">
                <a:solidFill>
                  <a:srgbClr val="D12154"/>
                </a:solidFill>
                <a:latin typeface="Arial"/>
                <a:cs typeface="Arial"/>
              </a:rPr>
              <a:t>j•</a:t>
            </a:r>
            <a:r>
              <a:rPr sz="550" spc="165" dirty="0">
                <a:solidFill>
                  <a:srgbClr val="D12154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244D62"/>
                </a:solidFill>
                <a:latin typeface="Arial"/>
                <a:cs typeface="Arial"/>
              </a:rPr>
              <a:t>Mango</a:t>
            </a:r>
            <a:r>
              <a:rPr sz="550" spc="50" dirty="0">
                <a:solidFill>
                  <a:srgbClr val="244D62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244D3D"/>
                </a:solidFill>
                <a:latin typeface="Arial"/>
                <a:cs typeface="Arial"/>
              </a:rPr>
              <a:t>Smoothie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400" spc="-30" dirty="0">
                <a:solidFill>
                  <a:srgbClr val="7E7E7E"/>
                </a:solidFill>
                <a:latin typeface="Arial"/>
                <a:cs typeface="Arial"/>
              </a:rPr>
              <a:t>Fresh</a:t>
            </a:r>
            <a:r>
              <a:rPr sz="400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E7E7E"/>
                </a:solidFill>
                <a:latin typeface="Arial"/>
                <a:cs typeface="Arial"/>
              </a:rPr>
              <a:t>Sips</a:t>
            </a:r>
            <a:r>
              <a:rPr sz="400" spc="2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9ECDFF"/>
                </a:solidFill>
                <a:latin typeface="Arial"/>
                <a:cs typeface="Arial"/>
              </a:rPr>
              <a:t>Beverage</a:t>
            </a:r>
            <a:endParaRPr sz="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400" spc="-30" dirty="0">
                <a:solidFill>
                  <a:srgbClr val="9ECDFF"/>
                </a:solidFill>
                <a:latin typeface="Arial"/>
                <a:cs typeface="Arial"/>
              </a:rPr>
              <a:t>A</a:t>
            </a:r>
            <a:r>
              <a:rPr sz="400" spc="-35" dirty="0">
                <a:solidFill>
                  <a:srgbClr val="9ECDFF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7E7E7E"/>
                </a:solidFill>
                <a:latin typeface="Arial"/>
                <a:cs typeface="Arial"/>
              </a:rPr>
              <a:t>refreshing</a:t>
            </a:r>
            <a:r>
              <a:rPr sz="400" spc="3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7E7E7E"/>
                </a:solidFill>
                <a:latin typeface="Arial"/>
                <a:cs typeface="Arial"/>
              </a:rPr>
              <a:t>fruit</a:t>
            </a:r>
            <a:r>
              <a:rPr sz="400" spc="1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9ECDFF"/>
                </a:solidFill>
                <a:latin typeface="Arial"/>
                <a:cs typeface="Arial"/>
              </a:rPr>
              <a:t>drink</a:t>
            </a:r>
            <a:r>
              <a:rPr sz="400" spc="35" dirty="0">
                <a:solidFill>
                  <a:srgbClr val="9ECDFF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8985A3"/>
                </a:solidFill>
                <a:latin typeface="Arial"/>
                <a:cs typeface="Arial"/>
              </a:rPr>
              <a:t>with</a:t>
            </a:r>
            <a:r>
              <a:rPr sz="400" spc="10" dirty="0">
                <a:solidFill>
                  <a:srgbClr val="8985A3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9ECDFF"/>
                </a:solidFill>
                <a:latin typeface="Arial"/>
                <a:cs typeface="Arial"/>
              </a:rPr>
              <a:t>mango</a:t>
            </a:r>
            <a:r>
              <a:rPr sz="400" spc="30" dirty="0">
                <a:solidFill>
                  <a:srgbClr val="9ECDFF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flavour</a:t>
            </a:r>
            <a:endParaRPr sz="400">
              <a:latin typeface="Arial"/>
              <a:cs typeface="Arial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1700112" y="15161127"/>
            <a:ext cx="771525" cy="233679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405"/>
              </a:spcBef>
            </a:pPr>
            <a:r>
              <a:rPr sz="500" dirty="0">
                <a:solidFill>
                  <a:srgbClr val="75754B"/>
                </a:solidFill>
                <a:latin typeface="Arial"/>
                <a:cs typeface="Arial"/>
              </a:rPr>
              <a:t>@</a:t>
            </a:r>
            <a:r>
              <a:rPr sz="500" spc="250" dirty="0">
                <a:solidFill>
                  <a:srgbClr val="75754B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244D3D"/>
                </a:solidFill>
                <a:latin typeface="Arial"/>
                <a:cs typeface="Arial"/>
              </a:rPr>
              <a:t>Garden</a:t>
            </a:r>
            <a:r>
              <a:rPr sz="500" spc="10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00" dirty="0">
                <a:solidFill>
                  <a:srgbClr val="244D3D"/>
                </a:solidFill>
                <a:latin typeface="Arial"/>
                <a:cs typeface="Arial"/>
              </a:rPr>
              <a:t>Fresh</a:t>
            </a:r>
            <a:r>
              <a:rPr sz="500" spc="10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244D3D"/>
                </a:solidFill>
                <a:latin typeface="Arial"/>
                <a:cs typeface="Arial"/>
              </a:rPr>
              <a:t>Salad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400" spc="-25" dirty="0">
                <a:solidFill>
                  <a:srgbClr val="7E7E7E"/>
                </a:solidFill>
                <a:latin typeface="Arial"/>
                <a:cs typeface="Arial"/>
              </a:rPr>
              <a:t>Green</a:t>
            </a:r>
            <a:r>
              <a:rPr sz="400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7A5D1"/>
                </a:solidFill>
                <a:latin typeface="Arial"/>
                <a:cs typeface="Arial"/>
              </a:rPr>
              <a:t>Bovd</a:t>
            </a:r>
            <a:r>
              <a:rPr sz="400" spc="120" dirty="0">
                <a:solidFill>
                  <a:srgbClr val="77A5D1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E7E7E"/>
                </a:solidFill>
                <a:latin typeface="Arial"/>
                <a:cs typeface="Arial"/>
              </a:rPr>
              <a:t>Healthy</a:t>
            </a:r>
            <a:endParaRPr sz="400">
              <a:latin typeface="Arial"/>
              <a:cs typeface="Arial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1702985" y="15421971"/>
            <a:ext cx="996950" cy="82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" dirty="0">
                <a:solidFill>
                  <a:srgbClr val="7E7E7E"/>
                </a:solidFill>
                <a:latin typeface="Arial"/>
                <a:cs typeface="Arial"/>
              </a:rPr>
              <a:t>Fresh</a:t>
            </a:r>
            <a:r>
              <a:rPr sz="350" spc="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7E7E7E"/>
                </a:solidFill>
                <a:latin typeface="Arial"/>
                <a:cs typeface="Arial"/>
              </a:rPr>
              <a:t>greens.</a:t>
            </a:r>
            <a:r>
              <a:rPr sz="350" spc="5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7E7E7E"/>
                </a:solidFill>
                <a:latin typeface="Arial"/>
                <a:cs typeface="Arial"/>
              </a:rPr>
              <a:t>colourful</a:t>
            </a:r>
            <a:r>
              <a:rPr sz="350" spc="3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7E7E7E"/>
                </a:solidFill>
                <a:latin typeface="Arial"/>
                <a:cs typeface="Arial"/>
              </a:rPr>
              <a:t>vegetables</a:t>
            </a:r>
            <a:r>
              <a:rPr sz="350" spc="9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50" dirty="0">
                <a:solidFill>
                  <a:srgbClr val="B8957C"/>
                </a:solidFill>
                <a:latin typeface="Arial"/>
                <a:cs typeface="Arial"/>
              </a:rPr>
              <a:t>and </a:t>
            </a:r>
            <a:r>
              <a:rPr sz="350" spc="-10" dirty="0">
                <a:solidFill>
                  <a:srgbClr val="7E7E7E"/>
                </a:solidFill>
                <a:latin typeface="Arial"/>
                <a:cs typeface="Arial"/>
              </a:rPr>
              <a:t>seeds.</a:t>
            </a:r>
            <a:endParaRPr sz="35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68016" y="15605552"/>
            <a:ext cx="160020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solidFill>
                  <a:srgbClr val="A7792D"/>
                </a:solidFill>
                <a:latin typeface="Times New Roman"/>
                <a:cs typeface="Times New Roman"/>
              </a:rPr>
              <a:t>f</a:t>
            </a:r>
            <a:r>
              <a:rPr sz="400" spc="290" dirty="0">
                <a:solidFill>
                  <a:srgbClr val="A7792D"/>
                </a:solidFill>
                <a:latin typeface="Times New Roman"/>
                <a:cs typeface="Times New Roman"/>
              </a:rPr>
              <a:t> </a:t>
            </a:r>
            <a:r>
              <a:rPr sz="400" spc="-25" dirty="0">
                <a:solidFill>
                  <a:srgbClr val="A77956"/>
                </a:solidFill>
                <a:latin typeface="Times New Roman"/>
                <a:cs typeface="Times New Roman"/>
              </a:rPr>
              <a:t>4.5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293005" y="15605552"/>
            <a:ext cx="32956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solidFill>
                  <a:srgbClr val="723B31"/>
                </a:solidFill>
                <a:latin typeface="Arial"/>
                <a:cs typeface="Arial"/>
              </a:rPr>
              <a:t>a</a:t>
            </a:r>
            <a:r>
              <a:rPr sz="400" spc="60" dirty="0">
                <a:solidFill>
                  <a:srgbClr val="723B31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263B59"/>
                </a:solidFill>
                <a:latin typeface="Arial"/>
                <a:cs typeface="Arial"/>
              </a:rPr>
              <a:t>15 </a:t>
            </a:r>
            <a:r>
              <a:rPr sz="400" dirty="0">
                <a:solidFill>
                  <a:srgbClr val="72C3FF"/>
                </a:solidFill>
                <a:latin typeface="Arial"/>
                <a:cs typeface="Arial"/>
              </a:rPr>
              <a:t>min</a:t>
            </a:r>
            <a:r>
              <a:rPr sz="400" spc="235" dirty="0">
                <a:solidFill>
                  <a:srgbClr val="72C3FF"/>
                </a:solidFill>
                <a:latin typeface="Arial"/>
                <a:cs typeface="Arial"/>
              </a:rPr>
              <a:t>  </a:t>
            </a:r>
            <a:r>
              <a:rPr sz="400" spc="-50" dirty="0">
                <a:solidFill>
                  <a:srgbClr val="A7792D"/>
                </a:solidFill>
                <a:latin typeface="Cambria"/>
                <a:cs typeface="Cambria"/>
              </a:rPr>
              <a:t>f</a:t>
            </a:r>
            <a:endParaRPr sz="400">
              <a:latin typeface="Cambria"/>
              <a:cs typeface="Cambria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1752545" y="15605552"/>
            <a:ext cx="9207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solidFill>
                  <a:srgbClr val="A77956"/>
                </a:solidFill>
                <a:latin typeface="Cambria"/>
                <a:cs typeface="Cambria"/>
              </a:rPr>
              <a:t>4.6</a:t>
            </a:r>
            <a:endParaRPr sz="400">
              <a:latin typeface="Cambria"/>
              <a:cs typeface="Cambria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2810519" y="15605552"/>
            <a:ext cx="219075" cy="8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solidFill>
                  <a:srgbClr val="723B31"/>
                </a:solidFill>
                <a:latin typeface="Arial"/>
                <a:cs typeface="Arial"/>
              </a:rPr>
              <a:t>a</a:t>
            </a:r>
            <a:r>
              <a:rPr sz="400" spc="65" dirty="0">
                <a:solidFill>
                  <a:srgbClr val="723B31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263B59"/>
                </a:solidFill>
                <a:latin typeface="Arial"/>
                <a:cs typeface="Arial"/>
              </a:rPr>
              <a:t>15 </a:t>
            </a:r>
            <a:r>
              <a:rPr sz="400" spc="-25" dirty="0">
                <a:solidFill>
                  <a:srgbClr val="72C3FF"/>
                </a:solidFill>
                <a:latin typeface="Arial"/>
                <a:cs typeface="Arial"/>
              </a:rPr>
              <a:t>min</a:t>
            </a:r>
            <a:endParaRPr sz="400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83620" y="15734983"/>
            <a:ext cx="152400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-114" dirty="0">
                <a:solidFill>
                  <a:srgbClr val="244D3D"/>
                </a:solidFill>
                <a:latin typeface="Arial Black"/>
                <a:cs typeface="Arial Black"/>
              </a:rPr>
              <a:t>4'99</a:t>
            </a:r>
            <a:endParaRPr sz="650">
              <a:latin typeface="Arial Black"/>
              <a:cs typeface="Arial Black"/>
            </a:endParaRPr>
          </a:p>
        </p:txBody>
      </p:sp>
      <p:pic>
        <p:nvPicPr>
          <p:cNvPr id="65" name="object 65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94146" y="15888340"/>
            <a:ext cx="108959" cy="356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351103" y="15773437"/>
            <a:ext cx="146600" cy="146600"/>
          </a:xfrm>
          <a:prstGeom prst="rect">
            <a:avLst/>
          </a:prstGeom>
        </p:spPr>
      </p:pic>
      <p:sp>
        <p:nvSpPr>
          <p:cNvPr id="134" name="object 134"/>
          <p:cNvSpPr txBox="1"/>
          <p:nvPr/>
        </p:nvSpPr>
        <p:spPr>
          <a:xfrm>
            <a:off x="1701135" y="15734983"/>
            <a:ext cx="194945" cy="130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50" spc="-114" dirty="0">
                <a:solidFill>
                  <a:srgbClr val="244D3D"/>
                </a:solidFill>
                <a:latin typeface="Arial Black"/>
                <a:cs typeface="Arial Black"/>
              </a:rPr>
              <a:t>4'159</a:t>
            </a:r>
            <a:endParaRPr sz="650">
              <a:latin typeface="Arial Black"/>
              <a:cs typeface="Arial Black"/>
            </a:endParaRPr>
          </a:p>
        </p:txBody>
      </p:sp>
      <p:pic>
        <p:nvPicPr>
          <p:cNvPr id="66" name="object 66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711661" y="15888340"/>
            <a:ext cx="108959" cy="3565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872580" y="15773437"/>
            <a:ext cx="146600" cy="14660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26789" y="16395500"/>
            <a:ext cx="2959748" cy="946960"/>
          </a:xfrm>
          <a:prstGeom prst="rect">
            <a:avLst/>
          </a:prstGeom>
        </p:spPr>
      </p:pic>
      <p:sp>
        <p:nvSpPr>
          <p:cNvPr id="100" name="object 100"/>
          <p:cNvSpPr txBox="1"/>
          <p:nvPr/>
        </p:nvSpPr>
        <p:spPr>
          <a:xfrm>
            <a:off x="116827" y="17705508"/>
            <a:ext cx="1236345" cy="313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35" dirty="0">
                <a:solidFill>
                  <a:srgbClr val="E66E42"/>
                </a:solidFill>
                <a:latin typeface="Arial"/>
                <a:cs typeface="Arial"/>
              </a:rPr>
              <a:t>WO</a:t>
            </a:r>
            <a:r>
              <a:rPr sz="400" spc="-25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400" spc="-90" dirty="0">
                <a:solidFill>
                  <a:srgbClr val="E66E80"/>
                </a:solidFill>
                <a:latin typeface="Arial"/>
                <a:cs typeface="Arial"/>
              </a:rPr>
              <a:t>R</a:t>
            </a:r>
            <a:r>
              <a:rPr sz="400" spc="-40" dirty="0">
                <a:solidFill>
                  <a:srgbClr val="E66E80"/>
                </a:solidFill>
                <a:latin typeface="Arial"/>
                <a:cs typeface="Arial"/>
              </a:rPr>
              <a:t> </a:t>
            </a:r>
            <a:r>
              <a:rPr sz="400" spc="-35" dirty="0">
                <a:solidFill>
                  <a:srgbClr val="E6829C"/>
                </a:solidFill>
                <a:latin typeface="Arial"/>
                <a:cs typeface="Arial"/>
              </a:rPr>
              <a:t>D</a:t>
            </a:r>
            <a:r>
              <a:rPr sz="400" spc="-15" dirty="0">
                <a:solidFill>
                  <a:srgbClr val="E6829C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E699B8"/>
                </a:solidFill>
                <a:latin typeface="Arial"/>
                <a:cs typeface="Arial"/>
              </a:rPr>
              <a:t>S</a:t>
            </a:r>
            <a:r>
              <a:rPr sz="400" spc="45" dirty="0">
                <a:solidFill>
                  <a:srgbClr val="E699B8"/>
                </a:solidFill>
                <a:latin typeface="Arial"/>
                <a:cs typeface="Arial"/>
              </a:rPr>
              <a:t> </a:t>
            </a:r>
            <a:r>
              <a:rPr sz="400" spc="-60" dirty="0">
                <a:solidFill>
                  <a:srgbClr val="E86E42"/>
                </a:solidFill>
                <a:latin typeface="Arial"/>
                <a:cs typeface="Arial"/>
              </a:rPr>
              <a:t>F</a:t>
            </a:r>
            <a:r>
              <a:rPr sz="400" spc="-25" dirty="0">
                <a:solidFill>
                  <a:srgbClr val="E86E42"/>
                </a:solidFill>
                <a:latin typeface="Arial"/>
                <a:cs typeface="Arial"/>
              </a:rPr>
              <a:t> </a:t>
            </a:r>
            <a:r>
              <a:rPr sz="400" spc="-90" dirty="0">
                <a:solidFill>
                  <a:srgbClr val="E66E80"/>
                </a:solidFill>
                <a:latin typeface="Arial"/>
                <a:cs typeface="Arial"/>
              </a:rPr>
              <a:t>R</a:t>
            </a:r>
            <a:r>
              <a:rPr sz="400" spc="-30" dirty="0">
                <a:solidFill>
                  <a:srgbClr val="E66E80"/>
                </a:solidFill>
                <a:latin typeface="Arial"/>
                <a:cs typeface="Arial"/>
              </a:rPr>
              <a:t> </a:t>
            </a:r>
            <a:r>
              <a:rPr sz="400" spc="-75" dirty="0">
                <a:solidFill>
                  <a:srgbClr val="E66E42"/>
                </a:solidFill>
                <a:latin typeface="Arial"/>
                <a:cs typeface="Arial"/>
              </a:rPr>
              <a:t>O</a:t>
            </a:r>
            <a:r>
              <a:rPr sz="400" spc="-25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E66E42"/>
                </a:solidFill>
                <a:latin typeface="Arial"/>
                <a:cs typeface="Arial"/>
              </a:rPr>
              <a:t>M</a:t>
            </a:r>
            <a:r>
              <a:rPr sz="400" spc="65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ED8242"/>
                </a:solidFill>
                <a:latin typeface="Arial"/>
                <a:cs typeface="Arial"/>
              </a:rPr>
              <a:t>0</a:t>
            </a:r>
            <a:r>
              <a:rPr sz="400" spc="5" dirty="0">
                <a:solidFill>
                  <a:srgbClr val="ED8242"/>
                </a:solidFill>
                <a:latin typeface="Arial"/>
                <a:cs typeface="Arial"/>
              </a:rPr>
              <a:t> </a:t>
            </a:r>
            <a:r>
              <a:rPr sz="400" spc="-60" dirty="0">
                <a:solidFill>
                  <a:srgbClr val="E6829C"/>
                </a:solidFill>
                <a:latin typeface="Arial"/>
                <a:cs typeface="Arial"/>
              </a:rPr>
              <a:t>U</a:t>
            </a:r>
            <a:r>
              <a:rPr sz="400" spc="-35" dirty="0">
                <a:solidFill>
                  <a:srgbClr val="E6829C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E66E80"/>
                </a:solidFill>
                <a:latin typeface="Arial"/>
                <a:cs typeface="Arial"/>
              </a:rPr>
              <a:t>R</a:t>
            </a:r>
            <a:r>
              <a:rPr sz="400" spc="110" dirty="0">
                <a:solidFill>
                  <a:srgbClr val="E66E80"/>
                </a:solidFill>
                <a:latin typeface="Arial"/>
                <a:cs typeface="Arial"/>
              </a:rPr>
              <a:t> </a:t>
            </a:r>
            <a:r>
              <a:rPr sz="400" spc="-50" dirty="0">
                <a:solidFill>
                  <a:srgbClr val="E66E42"/>
                </a:solidFill>
                <a:latin typeface="Arial"/>
                <a:cs typeface="Arial"/>
              </a:rPr>
              <a:t>C</a:t>
            </a:r>
            <a:r>
              <a:rPr sz="400" spc="-25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400" spc="-100" dirty="0">
                <a:solidFill>
                  <a:srgbClr val="E66E42"/>
                </a:solidFill>
                <a:latin typeface="Arial"/>
                <a:cs typeface="Arial"/>
              </a:rPr>
              <a:t>U</a:t>
            </a:r>
            <a:r>
              <a:rPr sz="400" spc="20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400" spc="-95" dirty="0">
                <a:solidFill>
                  <a:srgbClr val="E6829C"/>
                </a:solidFill>
                <a:latin typeface="Arial"/>
                <a:cs typeface="Arial"/>
              </a:rPr>
              <a:t>S</a:t>
            </a:r>
            <a:r>
              <a:rPr sz="400" spc="-30" dirty="0">
                <a:solidFill>
                  <a:srgbClr val="E6829C"/>
                </a:solidFill>
                <a:latin typeface="Arial"/>
                <a:cs typeface="Arial"/>
              </a:rPr>
              <a:t> </a:t>
            </a:r>
            <a:r>
              <a:rPr sz="400" spc="-55" dirty="0">
                <a:solidFill>
                  <a:srgbClr val="E6829C"/>
                </a:solidFill>
                <a:latin typeface="Arial"/>
                <a:cs typeface="Arial"/>
              </a:rPr>
              <a:t>T</a:t>
            </a:r>
            <a:r>
              <a:rPr sz="400" spc="-40" dirty="0">
                <a:solidFill>
                  <a:srgbClr val="E6829C"/>
                </a:solidFill>
                <a:latin typeface="Arial"/>
                <a:cs typeface="Arial"/>
              </a:rPr>
              <a:t> </a:t>
            </a:r>
            <a:r>
              <a:rPr sz="400" spc="-75" dirty="0">
                <a:solidFill>
                  <a:srgbClr val="E66E42"/>
                </a:solidFill>
                <a:latin typeface="Arial"/>
                <a:cs typeface="Arial"/>
              </a:rPr>
              <a:t>O</a:t>
            </a:r>
            <a:r>
              <a:rPr sz="400" spc="-25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400" spc="-50" dirty="0">
                <a:solidFill>
                  <a:srgbClr val="E66E42"/>
                </a:solidFill>
                <a:latin typeface="Arial"/>
                <a:cs typeface="Arial"/>
              </a:rPr>
              <a:t>M</a:t>
            </a:r>
            <a:r>
              <a:rPr sz="400" spc="-70" dirty="0">
                <a:solidFill>
                  <a:srgbClr val="E66E42"/>
                </a:solidFill>
                <a:latin typeface="Arial"/>
                <a:cs typeface="Arial"/>
              </a:rPr>
              <a:t> </a:t>
            </a:r>
            <a:r>
              <a:rPr sz="400" spc="-40" dirty="0">
                <a:solidFill>
                  <a:srgbClr val="EB6E42"/>
                </a:solidFill>
                <a:latin typeface="Arial"/>
                <a:cs typeface="Arial"/>
              </a:rPr>
              <a:t>E</a:t>
            </a:r>
            <a:r>
              <a:rPr sz="400" spc="-30" dirty="0">
                <a:solidFill>
                  <a:srgbClr val="EB6E42"/>
                </a:solidFill>
                <a:latin typeface="Arial"/>
                <a:cs typeface="Arial"/>
              </a:rPr>
              <a:t> </a:t>
            </a:r>
            <a:r>
              <a:rPr sz="400" spc="-90" dirty="0">
                <a:solidFill>
                  <a:srgbClr val="E66E80"/>
                </a:solidFill>
                <a:latin typeface="Arial"/>
                <a:cs typeface="Arial"/>
              </a:rPr>
              <a:t>R</a:t>
            </a:r>
            <a:r>
              <a:rPr sz="400" spc="5" dirty="0">
                <a:solidFill>
                  <a:srgbClr val="E66E80"/>
                </a:solidFill>
                <a:latin typeface="Arial"/>
                <a:cs typeface="Arial"/>
              </a:rPr>
              <a:t> </a:t>
            </a:r>
            <a:r>
              <a:rPr sz="400" spc="-50" dirty="0">
                <a:solidFill>
                  <a:srgbClr val="E699B8"/>
                </a:solidFill>
                <a:latin typeface="Arial"/>
                <a:cs typeface="Arial"/>
              </a:rPr>
              <a:t>S</a:t>
            </a:r>
            <a:endParaRPr sz="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dirty="0">
                <a:solidFill>
                  <a:srgbClr val="244D3D"/>
                </a:solidFill>
                <a:latin typeface="Arial"/>
                <a:cs typeface="Arial"/>
              </a:rPr>
              <a:t>What</a:t>
            </a:r>
            <a:r>
              <a:rPr sz="800" spc="-1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44D3D"/>
                </a:solidFill>
                <a:latin typeface="Arial"/>
                <a:cs typeface="Arial"/>
              </a:rPr>
              <a:t>Food</a:t>
            </a:r>
            <a:r>
              <a:rPr sz="800" spc="-25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244D3D"/>
                </a:solidFill>
                <a:latin typeface="Arial"/>
                <a:cs typeface="Arial"/>
              </a:rPr>
              <a:t>Lovers </a:t>
            </a:r>
            <a:r>
              <a:rPr sz="800" spc="-25" dirty="0">
                <a:solidFill>
                  <a:srgbClr val="244D3D"/>
                </a:solidFill>
                <a:latin typeface="Arial"/>
                <a:cs typeface="Arial"/>
              </a:rPr>
              <a:t>Say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450" spc="-20" dirty="0">
                <a:solidFill>
                  <a:srgbClr val="7E7E7E"/>
                </a:solidFill>
                <a:latin typeface="Arial"/>
                <a:cs typeface="Arial"/>
              </a:rPr>
              <a:t>Happy</a:t>
            </a:r>
            <a:r>
              <a:rPr sz="450" spc="-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E7E7E"/>
                </a:solidFill>
                <a:latin typeface="Arial"/>
                <a:cs typeface="Arial"/>
              </a:rPr>
              <a:t>customers</a:t>
            </a:r>
            <a:r>
              <a:rPr sz="450" spc="1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898989"/>
                </a:solidFill>
                <a:latin typeface="Arial"/>
                <a:cs typeface="Arial"/>
              </a:rPr>
              <a:t>maKe</a:t>
            </a:r>
            <a:r>
              <a:rPr sz="450" spc="15" dirty="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E7E7E"/>
                </a:solidFill>
                <a:latin typeface="Arial"/>
                <a:cs typeface="Arial"/>
              </a:rPr>
              <a:t>every</a:t>
            </a:r>
            <a:r>
              <a:rPr sz="450" spc="3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898989"/>
                </a:solidFill>
                <a:latin typeface="Arial"/>
                <a:cs typeface="Arial"/>
              </a:rPr>
              <a:t>meal</a:t>
            </a:r>
            <a:r>
              <a:rPr sz="450" spc="15" dirty="0">
                <a:solidFill>
                  <a:srgbClr val="898989"/>
                </a:solidFill>
                <a:latin typeface="Arial"/>
                <a:cs typeface="Arial"/>
              </a:rPr>
              <a:t> </a:t>
            </a:r>
            <a:r>
              <a:rPr sz="450" spc="-20" dirty="0">
                <a:solidFill>
                  <a:srgbClr val="7E7E7E"/>
                </a:solidFill>
                <a:latin typeface="Arial"/>
                <a:cs typeface="Arial"/>
              </a:rPr>
              <a:t>more</a:t>
            </a:r>
            <a:r>
              <a:rPr sz="450" spc="1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7E7E7E"/>
                </a:solidFill>
                <a:latin typeface="Arial"/>
                <a:cs typeface="Arial"/>
              </a:rPr>
              <a:t>special.</a:t>
            </a:r>
            <a:endParaRPr sz="450">
              <a:latin typeface="Arial"/>
              <a:cs typeface="Arial"/>
            </a:endParaRPr>
          </a:p>
        </p:txBody>
      </p:sp>
      <p:pic>
        <p:nvPicPr>
          <p:cNvPr id="51" name="object 51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257541" y="18249800"/>
            <a:ext cx="91130" cy="91130"/>
          </a:xfrm>
          <a:prstGeom prst="rect">
            <a:avLst/>
          </a:prstGeom>
        </p:spPr>
      </p:pic>
      <p:sp>
        <p:nvSpPr>
          <p:cNvPr id="107" name="object 107"/>
          <p:cNvSpPr txBox="1"/>
          <p:nvPr/>
        </p:nvSpPr>
        <p:spPr>
          <a:xfrm>
            <a:off x="422822" y="18199459"/>
            <a:ext cx="427990" cy="186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00" dirty="0">
                <a:solidFill>
                  <a:srgbClr val="244D3D"/>
                </a:solidFill>
                <a:latin typeface="Arial"/>
                <a:cs typeface="Arial"/>
              </a:rPr>
              <a:t>Priya</a:t>
            </a:r>
            <a:r>
              <a:rPr sz="400" spc="18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244D3D"/>
                </a:solidFill>
                <a:latin typeface="Arial"/>
                <a:cs typeface="Arial"/>
              </a:rPr>
              <a:t>Sharma</a:t>
            </a:r>
            <a:endParaRPr sz="4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320"/>
              </a:spcBef>
            </a:pPr>
            <a:r>
              <a:rPr sz="350" spc="-20" dirty="0">
                <a:solidFill>
                  <a:srgbClr val="7E7E7E"/>
                </a:solidFill>
                <a:latin typeface="Arial"/>
                <a:cs typeface="Arial"/>
              </a:rPr>
              <a:t>Verified</a:t>
            </a:r>
            <a:r>
              <a:rPr sz="350" spc="1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50" spc="-10" dirty="0">
                <a:solidFill>
                  <a:srgbClr val="7E7E7E"/>
                </a:solidFill>
                <a:latin typeface="Arial"/>
                <a:cs typeface="Arial"/>
              </a:rPr>
              <a:t>demo</a:t>
            </a:r>
            <a:r>
              <a:rPr sz="350" spc="45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50" spc="-10" dirty="0">
                <a:solidFill>
                  <a:srgbClr val="9ECDFF"/>
                </a:solidFill>
                <a:latin typeface="Arial"/>
                <a:cs typeface="Arial"/>
              </a:rPr>
              <a:t>review</a:t>
            </a:r>
            <a:endParaRPr sz="350">
              <a:latin typeface="Arial"/>
              <a:cs typeface="Arial"/>
            </a:endParaRPr>
          </a:p>
        </p:txBody>
      </p:sp>
      <p:pic>
        <p:nvPicPr>
          <p:cNvPr id="68" name="object 68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275821" y="18249800"/>
            <a:ext cx="75281" cy="91130"/>
          </a:xfrm>
          <a:prstGeom prst="rect">
            <a:avLst/>
          </a:prstGeom>
        </p:spPr>
      </p:pic>
      <p:sp>
        <p:nvSpPr>
          <p:cNvPr id="135" name="object 135"/>
          <p:cNvSpPr txBox="1"/>
          <p:nvPr/>
        </p:nvSpPr>
        <p:spPr>
          <a:xfrm>
            <a:off x="1432681" y="18194176"/>
            <a:ext cx="428625" cy="1911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dirty="0">
                <a:solidFill>
                  <a:srgbClr val="244D3D"/>
                </a:solidFill>
                <a:latin typeface="Arial"/>
                <a:cs typeface="Arial"/>
              </a:rPr>
              <a:t>Rohit</a:t>
            </a:r>
            <a:r>
              <a:rPr sz="450" spc="5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450" spc="-10" dirty="0">
                <a:solidFill>
                  <a:srgbClr val="244D3D"/>
                </a:solidFill>
                <a:latin typeface="Arial"/>
                <a:cs typeface="Arial"/>
              </a:rPr>
              <a:t>Verma</a:t>
            </a:r>
            <a:endParaRPr sz="45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310"/>
              </a:spcBef>
            </a:pPr>
            <a:r>
              <a:rPr sz="350" spc="-20" dirty="0">
                <a:solidFill>
                  <a:srgbClr val="7795BC"/>
                </a:solidFill>
                <a:latin typeface="Arial"/>
                <a:cs typeface="Arial"/>
              </a:rPr>
              <a:t>Verified</a:t>
            </a:r>
            <a:r>
              <a:rPr sz="350" spc="30" dirty="0">
                <a:solidFill>
                  <a:srgbClr val="7795BC"/>
                </a:solidFill>
                <a:latin typeface="Arial"/>
                <a:cs typeface="Arial"/>
              </a:rPr>
              <a:t> </a:t>
            </a:r>
            <a:r>
              <a:rPr sz="350" spc="-10" dirty="0">
                <a:solidFill>
                  <a:srgbClr val="9ECDFF"/>
                </a:solidFill>
                <a:latin typeface="Arial"/>
                <a:cs typeface="Arial"/>
              </a:rPr>
              <a:t>demo</a:t>
            </a:r>
            <a:r>
              <a:rPr sz="350" spc="15" dirty="0">
                <a:solidFill>
                  <a:srgbClr val="9ECDFF"/>
                </a:solidFill>
                <a:latin typeface="Arial"/>
                <a:cs typeface="Arial"/>
              </a:rPr>
              <a:t> </a:t>
            </a:r>
            <a:r>
              <a:rPr sz="350" spc="-10" dirty="0">
                <a:solidFill>
                  <a:srgbClr val="7E7E7E"/>
                </a:solidFill>
                <a:latin typeface="Arial"/>
                <a:cs typeface="Arial"/>
              </a:rPr>
              <a:t>review</a:t>
            </a:r>
            <a:endParaRPr sz="350">
              <a:latin typeface="Arial"/>
              <a:cs typeface="Arial"/>
            </a:endParaRPr>
          </a:p>
        </p:txBody>
      </p:sp>
      <p:pic>
        <p:nvPicPr>
          <p:cNvPr id="54" name="object 54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2278253" y="18249800"/>
            <a:ext cx="91130" cy="95092"/>
          </a:xfrm>
          <a:prstGeom prst="rect">
            <a:avLst/>
          </a:prstGeom>
        </p:spPr>
      </p:pic>
      <p:sp>
        <p:nvSpPr>
          <p:cNvPr id="138" name="object 138"/>
          <p:cNvSpPr txBox="1"/>
          <p:nvPr/>
        </p:nvSpPr>
        <p:spPr>
          <a:xfrm>
            <a:off x="2443642" y="18191534"/>
            <a:ext cx="42799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500" spc="-40" dirty="0">
                <a:solidFill>
                  <a:srgbClr val="244D3D"/>
                </a:solidFill>
                <a:latin typeface="Arial"/>
                <a:cs typeface="Arial"/>
              </a:rPr>
              <a:t>Sneha</a:t>
            </a:r>
            <a:r>
              <a:rPr sz="500" spc="10" dirty="0">
                <a:solidFill>
                  <a:srgbClr val="244D3D"/>
                </a:solidFill>
                <a:latin typeface="Arial"/>
                <a:cs typeface="Arial"/>
              </a:rPr>
              <a:t> </a:t>
            </a:r>
            <a:r>
              <a:rPr sz="500" spc="-10" dirty="0">
                <a:solidFill>
                  <a:srgbClr val="244D3D"/>
                </a:solidFill>
                <a:latin typeface="Arial"/>
                <a:cs typeface="Arial"/>
              </a:rPr>
              <a:t>Patei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350" spc="-20" dirty="0">
                <a:solidFill>
                  <a:srgbClr val="77A5D1"/>
                </a:solidFill>
                <a:latin typeface="Arial"/>
                <a:cs typeface="Arial"/>
              </a:rPr>
              <a:t>Ve</a:t>
            </a:r>
            <a:r>
              <a:rPr sz="350" spc="-20" dirty="0">
                <a:solidFill>
                  <a:srgbClr val="7E7E7E"/>
                </a:solidFill>
                <a:latin typeface="Arial"/>
                <a:cs typeface="Arial"/>
              </a:rPr>
              <a:t>rifled</a:t>
            </a:r>
            <a:r>
              <a:rPr sz="350" spc="3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50" spc="-10" dirty="0">
                <a:solidFill>
                  <a:srgbClr val="7E7E7E"/>
                </a:solidFill>
                <a:latin typeface="Arial"/>
                <a:cs typeface="Arial"/>
              </a:rPr>
              <a:t>demo</a:t>
            </a:r>
            <a:r>
              <a:rPr sz="350" spc="20" dirty="0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sz="350" spc="-10" dirty="0">
                <a:solidFill>
                  <a:srgbClr val="9ECDFF"/>
                </a:solidFill>
                <a:latin typeface="Arial"/>
                <a:cs typeface="Arial"/>
              </a:rPr>
              <a:t>review</a:t>
            </a:r>
            <a:endParaRPr sz="350">
              <a:latin typeface="Arial"/>
              <a:cs typeface="Arial"/>
            </a:endParaRPr>
          </a:p>
        </p:txBody>
      </p:sp>
      <p:pic>
        <p:nvPicPr>
          <p:cNvPr id="52" name="object 52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221882" y="18459795"/>
            <a:ext cx="293201" cy="39621"/>
          </a:xfrm>
          <a:prstGeom prst="rect">
            <a:avLst/>
          </a:prstGeom>
        </p:spPr>
      </p:pic>
      <p:sp>
        <p:nvSpPr>
          <p:cNvPr id="136" name="object 136"/>
          <p:cNvSpPr txBox="1"/>
          <p:nvPr/>
        </p:nvSpPr>
        <p:spPr>
          <a:xfrm>
            <a:off x="1212983" y="18426624"/>
            <a:ext cx="32766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50" dirty="0">
                <a:solidFill>
                  <a:srgbClr val="B38536"/>
                </a:solidFill>
                <a:latin typeface="OCR A Extended"/>
                <a:cs typeface="OCR A Extended"/>
              </a:rPr>
              <a:t>****4.8</a:t>
            </a:r>
            <a:endParaRPr sz="450">
              <a:latin typeface="OCR A Extended"/>
              <a:cs typeface="OCR A Extended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206635" y="18527883"/>
            <a:ext cx="643890" cy="27813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400" dirty="0">
                <a:solidFill>
                  <a:srgbClr val="7CB6E6"/>
                </a:solidFill>
                <a:latin typeface="Arial"/>
                <a:cs typeface="Arial"/>
              </a:rPr>
              <a:t>"Amazing</a:t>
            </a:r>
            <a:r>
              <a:rPr sz="400" spc="10" dirty="0">
                <a:solidFill>
                  <a:srgbClr val="7CB6E6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6789B1"/>
                </a:solidFill>
                <a:latin typeface="Arial"/>
                <a:cs typeface="Arial"/>
              </a:rPr>
              <a:t>food</a:t>
            </a:r>
            <a:r>
              <a:rPr sz="400" spc="-15" dirty="0">
                <a:solidFill>
                  <a:srgbClr val="6789B1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CB6E6"/>
                </a:solidFill>
                <a:latin typeface="Arial"/>
                <a:cs typeface="Arial"/>
              </a:rPr>
              <a:t>and</a:t>
            </a:r>
            <a:r>
              <a:rPr sz="400" spc="-20" dirty="0">
                <a:solidFill>
                  <a:srgbClr val="7CB6E6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679ECA"/>
                </a:solidFill>
                <a:latin typeface="Arial"/>
                <a:cs typeface="Arial"/>
              </a:rPr>
              <a:t>a</a:t>
            </a:r>
            <a:r>
              <a:rPr sz="400" spc="-25" dirty="0">
                <a:solidFill>
                  <a:srgbClr val="679ECA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CB6E6"/>
                </a:solidFill>
                <a:latin typeface="Arial"/>
                <a:cs typeface="Arial"/>
              </a:rPr>
              <a:t>lovely</a:t>
            </a:r>
            <a:endParaRPr sz="4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175"/>
              </a:spcBef>
              <a:tabLst>
                <a:tab pos="497205" algn="l"/>
              </a:tabLst>
            </a:pPr>
            <a:r>
              <a:rPr sz="400" spc="-10" dirty="0">
                <a:solidFill>
                  <a:srgbClr val="7CB6E6"/>
                </a:solidFill>
                <a:latin typeface="Arial"/>
                <a:cs typeface="Arial"/>
              </a:rPr>
              <a:t>ordering</a:t>
            </a:r>
            <a:r>
              <a:rPr sz="400" dirty="0">
                <a:solidFill>
                  <a:srgbClr val="7CB6E6"/>
                </a:solidFill>
                <a:latin typeface="Arial"/>
                <a:cs typeface="Arial"/>
              </a:rPr>
              <a:t>	</a:t>
            </a:r>
            <a:r>
              <a:rPr sz="400" spc="-25" dirty="0">
                <a:solidFill>
                  <a:srgbClr val="677595"/>
                </a:solidFill>
                <a:latin typeface="Arial"/>
                <a:cs typeface="Arial"/>
              </a:rPr>
              <a:t>The</a:t>
            </a:r>
            <a:endParaRPr sz="4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175"/>
              </a:spcBef>
            </a:pPr>
            <a:r>
              <a:rPr sz="400" dirty="0">
                <a:solidFill>
                  <a:srgbClr val="677595"/>
                </a:solidFill>
                <a:latin typeface="Arial"/>
                <a:cs typeface="Arial"/>
              </a:rPr>
              <a:t>flavours</a:t>
            </a:r>
            <a:r>
              <a:rPr sz="400" spc="-5" dirty="0">
                <a:solidFill>
                  <a:srgbClr val="677595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677595"/>
                </a:solidFill>
                <a:latin typeface="Arial"/>
                <a:cs typeface="Arial"/>
              </a:rPr>
              <a:t>were</a:t>
            </a:r>
            <a:r>
              <a:rPr sz="400" spc="20" dirty="0">
                <a:solidFill>
                  <a:srgbClr val="677595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7C8995"/>
                </a:solidFill>
                <a:latin typeface="Arial"/>
                <a:cs typeface="Arial"/>
              </a:rPr>
              <a:t>wonderful!"</a:t>
            </a:r>
            <a:endParaRPr sz="400">
              <a:latin typeface="Arial"/>
              <a:cs typeface="Arial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1217112" y="18530960"/>
            <a:ext cx="734695" cy="275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 marR="5080" indent="-1270">
              <a:lnSpc>
                <a:spcPct val="136500"/>
              </a:lnSpc>
              <a:spcBef>
                <a:spcPts val="95"/>
              </a:spcBef>
              <a:tabLst>
                <a:tab pos="402590" algn="l"/>
              </a:tabLst>
            </a:pPr>
            <a:r>
              <a:rPr sz="400" dirty="0">
                <a:solidFill>
                  <a:srgbClr val="E6FFFF"/>
                </a:solidFill>
                <a:latin typeface="Arial"/>
                <a:cs typeface="Arial"/>
              </a:rPr>
              <a:t>"A</a:t>
            </a:r>
            <a:r>
              <a:rPr sz="400" spc="-30" dirty="0">
                <a:solidFill>
                  <a:srgbClr val="E6FFFF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6789B1"/>
                </a:solidFill>
                <a:latin typeface="Arial"/>
                <a:cs typeface="Arial"/>
              </a:rPr>
              <a:t>great</a:t>
            </a:r>
            <a:r>
              <a:rPr sz="400" spc="-5" dirty="0">
                <a:solidFill>
                  <a:srgbClr val="6789B1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679ECA"/>
                </a:solidFill>
                <a:latin typeface="Arial"/>
                <a:cs typeface="Arial"/>
              </a:rPr>
              <a:t>variety</a:t>
            </a:r>
            <a:r>
              <a:rPr sz="400" spc="30" dirty="0">
                <a:solidFill>
                  <a:srgbClr val="679ECA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CB6E6"/>
                </a:solidFill>
                <a:latin typeface="Arial"/>
                <a:cs typeface="Arial"/>
              </a:rPr>
              <a:t>of</a:t>
            </a:r>
            <a:r>
              <a:rPr sz="400" spc="5" dirty="0">
                <a:solidFill>
                  <a:srgbClr val="7CB6E6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CB6E6"/>
                </a:solidFill>
                <a:latin typeface="Arial"/>
                <a:cs typeface="Arial"/>
              </a:rPr>
              <a:t>dishes</a:t>
            </a:r>
            <a:r>
              <a:rPr sz="400" spc="15" dirty="0">
                <a:solidFill>
                  <a:srgbClr val="7CB6E6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93CFFF"/>
                </a:solidFill>
                <a:latin typeface="Arial"/>
                <a:cs typeface="Arial"/>
              </a:rPr>
              <a:t>and</a:t>
            </a:r>
            <a:r>
              <a:rPr sz="400" spc="-5" dirty="0">
                <a:solidFill>
                  <a:srgbClr val="93CFFF"/>
                </a:solidFill>
                <a:latin typeface="Arial"/>
                <a:cs typeface="Arial"/>
              </a:rPr>
              <a:t> </a:t>
            </a:r>
            <a:r>
              <a:rPr sz="400" spc="-50" dirty="0">
                <a:solidFill>
                  <a:srgbClr val="679ECA"/>
                </a:solidFill>
                <a:latin typeface="Arial"/>
                <a:cs typeface="Arial"/>
              </a:rPr>
              <a:t>a</a:t>
            </a:r>
            <a:r>
              <a:rPr sz="400" spc="500" dirty="0">
                <a:solidFill>
                  <a:srgbClr val="679ECA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6D6D6D"/>
                </a:solidFill>
                <a:latin typeface="Arial"/>
                <a:cs typeface="Arial"/>
              </a:rPr>
              <a:t>simple</a:t>
            </a:r>
            <a:r>
              <a:rPr sz="400" dirty="0">
                <a:solidFill>
                  <a:srgbClr val="6D6D6D"/>
                </a:solidFill>
                <a:latin typeface="Arial"/>
                <a:cs typeface="Arial"/>
              </a:rPr>
              <a:t>	</a:t>
            </a:r>
            <a:r>
              <a:rPr sz="400" spc="-10" dirty="0">
                <a:solidFill>
                  <a:srgbClr val="6789B1"/>
                </a:solidFill>
                <a:latin typeface="Arial"/>
                <a:cs typeface="Arial"/>
              </a:rPr>
              <a:t>Finding</a:t>
            </a:r>
            <a:r>
              <a:rPr sz="400" spc="30" dirty="0">
                <a:solidFill>
                  <a:srgbClr val="6789B1"/>
                </a:solidFill>
                <a:latin typeface="Arial"/>
                <a:cs typeface="Arial"/>
              </a:rPr>
              <a:t> </a:t>
            </a:r>
            <a:r>
              <a:rPr sz="400" spc="-25" dirty="0">
                <a:solidFill>
                  <a:srgbClr val="B1B67E"/>
                </a:solidFill>
                <a:latin typeface="Arial"/>
                <a:cs typeface="Arial"/>
              </a:rPr>
              <a:t>my</a:t>
            </a:r>
            <a:r>
              <a:rPr sz="400" spc="500" dirty="0">
                <a:solidFill>
                  <a:srgbClr val="B1B67E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6789B1"/>
                </a:solidFill>
                <a:latin typeface="Arial"/>
                <a:cs typeface="Arial"/>
              </a:rPr>
              <a:t>favourite</a:t>
            </a:r>
            <a:r>
              <a:rPr sz="400" spc="20" dirty="0">
                <a:solidFill>
                  <a:srgbClr val="6789B1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677595"/>
                </a:solidFill>
                <a:latin typeface="Arial"/>
                <a:cs typeface="Arial"/>
              </a:rPr>
              <a:t>food</a:t>
            </a:r>
            <a:r>
              <a:rPr sz="400" spc="-10" dirty="0">
                <a:solidFill>
                  <a:srgbClr val="677595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6D6D6D"/>
                </a:solidFill>
                <a:latin typeface="Arial"/>
                <a:cs typeface="Arial"/>
              </a:rPr>
              <a:t>was</a:t>
            </a:r>
            <a:r>
              <a:rPr sz="400" spc="-5" dirty="0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93CFFF"/>
                </a:solidFill>
                <a:latin typeface="Arial"/>
                <a:cs typeface="Arial"/>
              </a:rPr>
              <a:t>easy."</a:t>
            </a:r>
            <a:endParaRPr sz="400">
              <a:latin typeface="Arial"/>
              <a:cs typeface="Arial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2223480" y="18426624"/>
            <a:ext cx="755650" cy="295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8760" algn="l"/>
              </a:tabLst>
            </a:pPr>
            <a:r>
              <a:rPr sz="450" spc="-25" dirty="0">
                <a:solidFill>
                  <a:srgbClr val="B38536"/>
                </a:solidFill>
                <a:latin typeface="Courier New"/>
                <a:cs typeface="Courier New"/>
              </a:rPr>
              <a:t>***</a:t>
            </a:r>
            <a:r>
              <a:rPr sz="450" dirty="0">
                <a:solidFill>
                  <a:srgbClr val="B38536"/>
                </a:solidFill>
                <a:latin typeface="Courier New"/>
                <a:cs typeface="Courier New"/>
              </a:rPr>
              <a:t>	</a:t>
            </a:r>
            <a:r>
              <a:rPr sz="450" spc="-25" dirty="0">
                <a:solidFill>
                  <a:srgbClr val="B38536"/>
                </a:solidFill>
                <a:latin typeface="Courier New"/>
                <a:cs typeface="Courier New"/>
              </a:rPr>
              <a:t>49</a:t>
            </a:r>
            <a:endParaRPr sz="4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400" dirty="0">
                <a:solidFill>
                  <a:srgbClr val="679ECA"/>
                </a:solidFill>
                <a:latin typeface="Arial"/>
                <a:cs typeface="Arial"/>
              </a:rPr>
              <a:t>"Beautiful</a:t>
            </a:r>
            <a:r>
              <a:rPr sz="400" spc="35" dirty="0">
                <a:solidFill>
                  <a:srgbClr val="679ECA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93CFFF"/>
                </a:solidFill>
                <a:latin typeface="Arial"/>
                <a:cs typeface="Arial"/>
              </a:rPr>
              <a:t>design,</a:t>
            </a:r>
            <a:r>
              <a:rPr sz="400" spc="25" dirty="0">
                <a:solidFill>
                  <a:srgbClr val="93CFFF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679ECA"/>
                </a:solidFill>
                <a:latin typeface="Arial"/>
                <a:cs typeface="Arial"/>
              </a:rPr>
              <a:t>tempting</a:t>
            </a:r>
            <a:r>
              <a:rPr sz="400" spc="10" dirty="0">
                <a:solidFill>
                  <a:srgbClr val="679ECA"/>
                </a:solidFill>
                <a:latin typeface="Arial"/>
                <a:cs typeface="Arial"/>
              </a:rPr>
              <a:t> </a:t>
            </a:r>
            <a:r>
              <a:rPr sz="400" spc="-20" dirty="0">
                <a:solidFill>
                  <a:srgbClr val="93CFFF"/>
                </a:solidFill>
                <a:latin typeface="Arial"/>
                <a:cs typeface="Arial"/>
              </a:rPr>
              <a:t>food</a:t>
            </a:r>
            <a:endParaRPr sz="4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175"/>
              </a:spcBef>
            </a:pPr>
            <a:r>
              <a:rPr sz="400" dirty="0">
                <a:solidFill>
                  <a:srgbClr val="797979"/>
                </a:solidFill>
                <a:latin typeface="Arial"/>
                <a:cs typeface="Arial"/>
              </a:rPr>
              <a:t>pictures</a:t>
            </a:r>
            <a:r>
              <a:rPr sz="400" spc="5" dirty="0">
                <a:solidFill>
                  <a:srgbClr val="797979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93CFFF"/>
                </a:solidFill>
                <a:latin typeface="Arial"/>
                <a:cs typeface="Arial"/>
              </a:rPr>
              <a:t>and</a:t>
            </a:r>
            <a:r>
              <a:rPr sz="400" spc="-15" dirty="0">
                <a:solidFill>
                  <a:srgbClr val="93CFFF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7CB6E6"/>
                </a:solidFill>
                <a:latin typeface="Arial"/>
                <a:cs typeface="Arial"/>
              </a:rPr>
              <a:t>a</a:t>
            </a:r>
            <a:r>
              <a:rPr sz="400" spc="-25" dirty="0">
                <a:solidFill>
                  <a:srgbClr val="7CB6E6"/>
                </a:solidFill>
                <a:latin typeface="Arial"/>
                <a:cs typeface="Arial"/>
              </a:rPr>
              <a:t> </a:t>
            </a:r>
            <a:r>
              <a:rPr sz="400" dirty="0">
                <a:solidFill>
                  <a:srgbClr val="6789B1"/>
                </a:solidFill>
                <a:latin typeface="Arial"/>
                <a:cs typeface="Arial"/>
              </a:rPr>
              <a:t>very</a:t>
            </a:r>
            <a:r>
              <a:rPr sz="400" spc="5" dirty="0">
                <a:solidFill>
                  <a:srgbClr val="6789B1"/>
                </a:solidFill>
                <a:latin typeface="Arial"/>
                <a:cs typeface="Arial"/>
              </a:rPr>
              <a:t> </a:t>
            </a:r>
            <a:r>
              <a:rPr sz="400" spc="-10" dirty="0">
                <a:solidFill>
                  <a:srgbClr val="93CFFF"/>
                </a:solidFill>
                <a:latin typeface="Arial"/>
                <a:cs typeface="Arial"/>
              </a:rPr>
              <a:t>convenient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0" y="19089782"/>
            <a:ext cx="3150235" cy="1010919"/>
            <a:chOff x="0" y="19089782"/>
            <a:chExt cx="3150235" cy="1010919"/>
          </a:xfrm>
        </p:grpSpPr>
        <p:pic>
          <p:nvPicPr>
            <p:cNvPr id="46" name="object 46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500135" y="19272042"/>
              <a:ext cx="515083" cy="5547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0" y="19089782"/>
              <a:ext cx="3150235" cy="1010919"/>
            </a:xfrm>
            <a:custGeom>
              <a:avLst/>
              <a:gdLst/>
              <a:ahLst/>
              <a:cxnLst/>
              <a:rect l="l" t="t" r="r" b="b"/>
              <a:pathLst>
                <a:path w="3150235" h="1010919">
                  <a:moveTo>
                    <a:pt x="3149934" y="1010356"/>
                  </a:moveTo>
                  <a:lnTo>
                    <a:pt x="0" y="1010356"/>
                  </a:lnTo>
                  <a:lnTo>
                    <a:pt x="0" y="0"/>
                  </a:lnTo>
                  <a:lnTo>
                    <a:pt x="3149934" y="0"/>
                  </a:lnTo>
                  <a:lnTo>
                    <a:pt x="3149934" y="1010356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17623" y="19252738"/>
            <a:ext cx="360680" cy="1428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spc="-10" dirty="0">
                <a:solidFill>
                  <a:srgbClr val="FFFFFF"/>
                </a:solidFill>
                <a:latin typeface="Arial"/>
                <a:cs typeface="Arial"/>
              </a:rPr>
              <a:t>SAVOR</a:t>
            </a:r>
            <a:endParaRPr sz="7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03790" y="19242172"/>
            <a:ext cx="237490" cy="98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50" dirty="0">
                <a:solidFill>
                  <a:srgbClr val="FFFFFF"/>
                </a:solidFill>
                <a:latin typeface="Arial"/>
                <a:cs typeface="Arial"/>
              </a:rPr>
              <a:t>Expl</a:t>
            </a:r>
            <a:r>
              <a:rPr sz="45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450" spc="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50" spc="-5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795121" y="19244814"/>
            <a:ext cx="445770" cy="95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50" spc="-5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45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FFFFFF"/>
                </a:solidFill>
                <a:latin typeface="Arial"/>
                <a:cs typeface="Arial"/>
              </a:rPr>
              <a:t>uszorr</a:t>
            </a:r>
            <a:r>
              <a:rPr sz="45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50" spc="-4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4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5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450" spc="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50" spc="-30" dirty="0">
                <a:solidFill>
                  <a:srgbClr val="FFFFFF"/>
                </a:solidFill>
                <a:latin typeface="Arial"/>
                <a:cs typeface="Arial"/>
              </a:rPr>
              <a:t>Ca</a:t>
            </a:r>
            <a:r>
              <a:rPr sz="45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50" spc="-25" dirty="0">
                <a:solidFill>
                  <a:srgbClr val="FFFFFF"/>
                </a:solidFill>
                <a:latin typeface="Arial"/>
                <a:cs typeface="Arial"/>
              </a:rPr>
              <a:t>re</a:t>
            </a:r>
            <a:endParaRPr sz="45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7560309" cy="228600"/>
          </a:xfrm>
          <a:custGeom>
            <a:avLst/>
            <a:gdLst/>
            <a:ahLst/>
            <a:cxnLst/>
            <a:rect l="l" t="t" r="r" b="b"/>
            <a:pathLst>
              <a:path w="7560309" h="228600">
                <a:moveTo>
                  <a:pt x="7560000" y="0"/>
                </a:moveTo>
                <a:lnTo>
                  <a:pt x="0" y="0"/>
                </a:lnTo>
                <a:lnTo>
                  <a:pt x="0" y="228600"/>
                </a:lnTo>
                <a:lnTo>
                  <a:pt x="7560000" y="228600"/>
                </a:lnTo>
                <a:lnTo>
                  <a:pt x="7560000" y="0"/>
                </a:lnTo>
                <a:close/>
              </a:path>
            </a:pathLst>
          </a:custGeom>
          <a:solidFill>
            <a:srgbClr val="1F3D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25500" y="841181"/>
            <a:ext cx="5909945" cy="5916363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0"/>
              </a:spcBef>
            </a:pPr>
            <a:endParaRPr lang="en-US"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  <a:tabLst>
                <a:tab pos="210185" algn="l"/>
              </a:tabLst>
            </a:pPr>
            <a:r>
              <a:rPr lang="en-US" sz="1600" b="1" dirty="0">
                <a:solidFill>
                  <a:srgbClr val="1F3D2F"/>
                </a:solidFill>
                <a:latin typeface="Arial"/>
                <a:cs typeface="Arial"/>
              </a:rPr>
              <a:t>1. Electronic Store </a:t>
            </a:r>
            <a:r>
              <a:rPr lang="en-US" sz="1600" b="1" spc="-10" dirty="0">
                <a:solidFill>
                  <a:srgbClr val="1F3D2F"/>
                </a:solidFill>
                <a:latin typeface="Arial"/>
                <a:cs typeface="Arial"/>
              </a:rPr>
              <a:t>Website</a:t>
            </a:r>
          </a:p>
          <a:p>
            <a:pPr marL="12700">
              <a:lnSpc>
                <a:spcPct val="100000"/>
              </a:lnSpc>
              <a:tabLst>
                <a:tab pos="210185" algn="l"/>
              </a:tabLst>
            </a:pPr>
            <a:r>
              <a:rPr lang="en-US" sz="1150" dirty="0">
                <a:latin typeface="Arial"/>
                <a:cs typeface="Arial"/>
              </a:rPr>
              <a:t>The</a:t>
            </a:r>
            <a:r>
              <a:rPr lang="en-US" sz="1150" spc="9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Electronic</a:t>
            </a:r>
            <a:r>
              <a:rPr lang="en-US" sz="1150" spc="9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Store</a:t>
            </a:r>
            <a:r>
              <a:rPr lang="en-US" sz="1150" spc="9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Website</a:t>
            </a:r>
            <a:r>
              <a:rPr lang="en-US" sz="1150" spc="9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provides</a:t>
            </a:r>
            <a:r>
              <a:rPr lang="en-US" sz="1150" spc="9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a</a:t>
            </a:r>
            <a:r>
              <a:rPr lang="en-US" sz="1150" spc="9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clear</a:t>
            </a:r>
            <a:r>
              <a:rPr lang="en-US" sz="1150" spc="9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and</a:t>
            </a:r>
            <a:r>
              <a:rPr lang="en-US" sz="1150" spc="9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user-friendly</a:t>
            </a:r>
            <a:r>
              <a:rPr lang="en-US" sz="1150" spc="9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way</a:t>
            </a:r>
            <a:r>
              <a:rPr lang="en-US" sz="1150" spc="9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to</a:t>
            </a:r>
            <a:r>
              <a:rPr lang="en-US" sz="1150" spc="9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explore</a:t>
            </a:r>
            <a:r>
              <a:rPr lang="en-US" sz="1150" spc="90" dirty="0">
                <a:latin typeface="Arial"/>
                <a:cs typeface="Arial"/>
              </a:rPr>
              <a:t> </a:t>
            </a:r>
            <a:r>
              <a:rPr lang="en-US" sz="1150" spc="-10" dirty="0">
                <a:latin typeface="Arial"/>
                <a:cs typeface="Arial"/>
              </a:rPr>
              <a:t>electronic </a:t>
            </a:r>
            <a:r>
              <a:rPr lang="en-US" sz="1150" dirty="0">
                <a:latin typeface="Arial"/>
                <a:cs typeface="Arial"/>
              </a:rPr>
              <a:t>products,</a:t>
            </a:r>
            <a:r>
              <a:rPr lang="en-US" sz="1150" spc="1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view</a:t>
            </a:r>
            <a:r>
              <a:rPr lang="en-US" sz="1150" spc="2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product</a:t>
            </a:r>
            <a:r>
              <a:rPr lang="en-US" sz="1150" spc="2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details,</a:t>
            </a:r>
            <a:r>
              <a:rPr lang="en-US" sz="1150" spc="2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compare</a:t>
            </a:r>
            <a:r>
              <a:rPr lang="en-US" sz="1150" spc="2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specifications,</a:t>
            </a:r>
            <a:r>
              <a:rPr lang="en-US" sz="1150" spc="2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and</a:t>
            </a:r>
            <a:r>
              <a:rPr lang="en-US" sz="1150" spc="2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add</a:t>
            </a:r>
            <a:r>
              <a:rPr lang="en-US" sz="1150" spc="2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items</a:t>
            </a:r>
            <a:r>
              <a:rPr lang="en-US" sz="1150" spc="1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to</a:t>
            </a:r>
            <a:r>
              <a:rPr lang="en-US" sz="1150" spc="2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a</a:t>
            </a:r>
            <a:r>
              <a:rPr lang="en-US" sz="1150" spc="2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cart.</a:t>
            </a:r>
            <a:r>
              <a:rPr lang="en-US" sz="1150" spc="2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Its</a:t>
            </a:r>
            <a:r>
              <a:rPr lang="en-US" sz="1150" spc="20" dirty="0">
                <a:latin typeface="Arial"/>
                <a:cs typeface="Arial"/>
              </a:rPr>
              <a:t> </a:t>
            </a:r>
            <a:r>
              <a:rPr lang="en-US" sz="1150" spc="-10" dirty="0">
                <a:latin typeface="Arial"/>
                <a:cs typeface="Arial"/>
              </a:rPr>
              <a:t>product </a:t>
            </a:r>
            <a:r>
              <a:rPr lang="en-US" sz="1150" dirty="0">
                <a:latin typeface="Arial"/>
                <a:cs typeface="Arial"/>
              </a:rPr>
              <a:t>categories,</a:t>
            </a:r>
            <a:r>
              <a:rPr lang="en-US" sz="1150" spc="4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pricing,</a:t>
            </a:r>
            <a:r>
              <a:rPr lang="en-US" sz="1150" spc="5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discounts,</a:t>
            </a:r>
            <a:r>
              <a:rPr lang="en-US" sz="1150" spc="5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and</a:t>
            </a:r>
            <a:r>
              <a:rPr lang="en-US" sz="1150" spc="5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comparison</a:t>
            </a:r>
            <a:r>
              <a:rPr lang="en-US" sz="1150" spc="5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section</a:t>
            </a:r>
            <a:r>
              <a:rPr lang="en-US" sz="1150" spc="5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help</a:t>
            </a:r>
            <a:r>
              <a:rPr lang="en-US" sz="1150" spc="5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users</a:t>
            </a:r>
            <a:r>
              <a:rPr lang="en-US" sz="1150" spc="5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make</a:t>
            </a:r>
            <a:r>
              <a:rPr lang="en-US" sz="1150" spc="5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informed</a:t>
            </a:r>
            <a:r>
              <a:rPr lang="en-US" sz="1150" spc="50" dirty="0">
                <a:latin typeface="Arial"/>
                <a:cs typeface="Arial"/>
              </a:rPr>
              <a:t> </a:t>
            </a:r>
            <a:r>
              <a:rPr lang="en-US" sz="1150" spc="-10" dirty="0">
                <a:latin typeface="Arial"/>
                <a:cs typeface="Arial"/>
              </a:rPr>
              <a:t>choices. </a:t>
            </a:r>
            <a:r>
              <a:rPr lang="en-US" sz="1150" dirty="0">
                <a:latin typeface="Arial"/>
                <a:cs typeface="Arial"/>
              </a:rPr>
              <a:t>This</a:t>
            </a:r>
            <a:r>
              <a:rPr lang="en-US" sz="1150" spc="10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activity</a:t>
            </a:r>
            <a:r>
              <a:rPr lang="en-US" sz="1150" spc="11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demonstrates</a:t>
            </a:r>
            <a:r>
              <a:rPr lang="en-US" sz="1150" spc="11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how</a:t>
            </a:r>
            <a:r>
              <a:rPr lang="en-US" sz="1150" spc="11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a</a:t>
            </a:r>
            <a:r>
              <a:rPr lang="en-US" sz="1150" spc="11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well-organized</a:t>
            </a:r>
            <a:r>
              <a:rPr lang="en-US" sz="1150" spc="11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interface</a:t>
            </a:r>
            <a:r>
              <a:rPr lang="en-US" sz="1150" spc="11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can</a:t>
            </a:r>
            <a:r>
              <a:rPr lang="en-US" sz="1150" spc="11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improve</a:t>
            </a:r>
            <a:r>
              <a:rPr lang="en-US" sz="1150" spc="11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product</a:t>
            </a:r>
            <a:r>
              <a:rPr lang="en-US" sz="1150" spc="110" dirty="0">
                <a:latin typeface="Arial"/>
                <a:cs typeface="Arial"/>
              </a:rPr>
              <a:t> </a:t>
            </a:r>
            <a:r>
              <a:rPr lang="en-US" sz="1150" spc="-10" dirty="0">
                <a:latin typeface="Arial"/>
                <a:cs typeface="Arial"/>
              </a:rPr>
              <a:t>discovery </a:t>
            </a:r>
            <a:r>
              <a:rPr lang="en-US" sz="1150" dirty="0">
                <a:latin typeface="Arial"/>
                <a:cs typeface="Arial"/>
              </a:rPr>
              <a:t>and</a:t>
            </a:r>
            <a:r>
              <a:rPr lang="en-US" sz="1150" spc="-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the</a:t>
            </a:r>
            <a:r>
              <a:rPr lang="en-US" sz="1150" spc="-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online</a:t>
            </a:r>
            <a:r>
              <a:rPr lang="en-US" sz="1150" spc="-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shopping</a:t>
            </a:r>
            <a:r>
              <a:rPr lang="en-US" sz="1150" spc="-5" dirty="0">
                <a:latin typeface="Arial"/>
                <a:cs typeface="Arial"/>
              </a:rPr>
              <a:t> </a:t>
            </a:r>
            <a:r>
              <a:rPr lang="en-US" sz="1150" spc="-10" dirty="0">
                <a:latin typeface="Arial"/>
                <a:cs typeface="Arial"/>
              </a:rPr>
              <a:t>experience.</a:t>
            </a:r>
            <a:r>
              <a:rPr lang="en-US" sz="1400" b="1" dirty="0">
                <a:solidFill>
                  <a:srgbClr val="1F3D2F"/>
                </a:solidFill>
                <a:latin typeface="Arial"/>
                <a:cs typeface="Arial"/>
              </a:rPr>
              <a:t> </a:t>
            </a:r>
          </a:p>
          <a:p>
            <a:pPr marL="12700">
              <a:lnSpc>
                <a:spcPct val="100000"/>
              </a:lnSpc>
              <a:tabLst>
                <a:tab pos="210185" algn="l"/>
              </a:tabLst>
            </a:pPr>
            <a:endParaRPr lang="en-US" sz="1400" b="1" dirty="0">
              <a:solidFill>
                <a:srgbClr val="1F3D2F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210185" algn="l"/>
              </a:tabLst>
            </a:pPr>
            <a:r>
              <a:rPr lang="en-US" sz="1600" b="1" dirty="0">
                <a:solidFill>
                  <a:srgbClr val="1F3D2F"/>
                </a:solidFill>
                <a:latin typeface="Arial"/>
                <a:cs typeface="Arial"/>
              </a:rPr>
              <a:t>2. Bus and Train Ticket Booking </a:t>
            </a:r>
            <a:r>
              <a:rPr lang="en-US" sz="1600" b="1" spc="-10" dirty="0">
                <a:solidFill>
                  <a:srgbClr val="1F3D2F"/>
                </a:solidFill>
                <a:latin typeface="Arial"/>
                <a:cs typeface="Arial"/>
              </a:rPr>
              <a:t>Interface</a:t>
            </a:r>
            <a:endParaRPr lang="en-US"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  <a:tabLst>
                <a:tab pos="210185" algn="l"/>
              </a:tabLst>
            </a:pPr>
            <a:r>
              <a:rPr lang="en-US" sz="1400" dirty="0">
                <a:latin typeface="Arial"/>
                <a:cs typeface="Arial"/>
              </a:rPr>
              <a:t>The</a:t>
            </a:r>
            <a:r>
              <a:rPr lang="en-US" sz="1400" spc="105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Bus</a:t>
            </a:r>
            <a:r>
              <a:rPr lang="en-US" sz="1400" spc="11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and</a:t>
            </a:r>
            <a:r>
              <a:rPr lang="en-US" sz="1400" spc="11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Train</a:t>
            </a:r>
            <a:r>
              <a:rPr lang="en-US" sz="1400" spc="11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Ticket</a:t>
            </a:r>
            <a:r>
              <a:rPr lang="en-US" sz="1400" spc="11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Booking</a:t>
            </a:r>
            <a:r>
              <a:rPr lang="en-US" sz="1400" spc="11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Interface</a:t>
            </a:r>
            <a:r>
              <a:rPr lang="en-US" sz="1400" spc="11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allows</a:t>
            </a:r>
            <a:r>
              <a:rPr lang="en-US" sz="1400" spc="11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users</a:t>
            </a:r>
            <a:r>
              <a:rPr lang="en-US" sz="1400" spc="11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to</a:t>
            </a:r>
            <a:r>
              <a:rPr lang="en-US" sz="1400" spc="11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choose</a:t>
            </a:r>
            <a:r>
              <a:rPr lang="en-US" sz="1400" spc="11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a</a:t>
            </a:r>
            <a:r>
              <a:rPr lang="en-US" sz="1400" spc="11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travel</a:t>
            </a:r>
            <a:r>
              <a:rPr lang="en-US" sz="1400" spc="11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mode,</a:t>
            </a:r>
            <a:r>
              <a:rPr lang="en-US" sz="1400" spc="110" dirty="0">
                <a:latin typeface="Arial"/>
                <a:cs typeface="Arial"/>
              </a:rPr>
              <a:t> </a:t>
            </a:r>
            <a:r>
              <a:rPr lang="en-US" sz="1400" spc="-10" dirty="0">
                <a:latin typeface="Arial"/>
                <a:cs typeface="Arial"/>
              </a:rPr>
              <a:t>enter </a:t>
            </a:r>
            <a:r>
              <a:rPr lang="en-US" sz="1400" dirty="0">
                <a:latin typeface="Arial"/>
                <a:cs typeface="Arial"/>
              </a:rPr>
              <a:t>origin</a:t>
            </a:r>
            <a:r>
              <a:rPr lang="en-US" sz="1400" spc="27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and</a:t>
            </a:r>
            <a:r>
              <a:rPr lang="en-US" sz="1400" spc="27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destination</a:t>
            </a:r>
            <a:r>
              <a:rPr lang="en-US" sz="1400" spc="275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details,</a:t>
            </a:r>
            <a:r>
              <a:rPr lang="en-US" sz="1400" spc="27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select</a:t>
            </a:r>
            <a:r>
              <a:rPr lang="en-US" sz="1400" spc="275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a</a:t>
            </a:r>
            <a:r>
              <a:rPr lang="en-US" sz="1400" spc="27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journey</a:t>
            </a:r>
            <a:r>
              <a:rPr lang="en-US" sz="1400" spc="275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date</a:t>
            </a:r>
            <a:r>
              <a:rPr lang="en-US" sz="1400" spc="27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and</a:t>
            </a:r>
            <a:r>
              <a:rPr lang="en-US" sz="1400" spc="275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passenger</a:t>
            </a:r>
            <a:r>
              <a:rPr lang="en-US" sz="1400" spc="27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count,</a:t>
            </a:r>
            <a:r>
              <a:rPr lang="en-US" sz="1400" spc="275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and</a:t>
            </a:r>
            <a:r>
              <a:rPr lang="en-US" sz="1400" spc="270" dirty="0">
                <a:latin typeface="Arial"/>
                <a:cs typeface="Arial"/>
              </a:rPr>
              <a:t> </a:t>
            </a:r>
            <a:r>
              <a:rPr lang="en-US" sz="1400" spc="-10" dirty="0">
                <a:latin typeface="Arial"/>
                <a:cs typeface="Arial"/>
              </a:rPr>
              <a:t>review </a:t>
            </a:r>
            <a:r>
              <a:rPr lang="en-US" sz="1400" dirty="0">
                <a:latin typeface="Arial"/>
                <a:cs typeface="Arial"/>
              </a:rPr>
              <a:t>available</a:t>
            </a:r>
            <a:r>
              <a:rPr lang="en-US" sz="1400" spc="14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services</a:t>
            </a:r>
            <a:r>
              <a:rPr lang="en-US" sz="1400" spc="14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and</a:t>
            </a:r>
            <a:r>
              <a:rPr lang="en-US" sz="1400" spc="145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fares.</a:t>
            </a:r>
            <a:r>
              <a:rPr lang="en-US" sz="1400" spc="14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The</a:t>
            </a:r>
            <a:r>
              <a:rPr lang="en-US" sz="1400" spc="14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passenger-details</a:t>
            </a:r>
            <a:r>
              <a:rPr lang="en-US" sz="1400" spc="145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and</a:t>
            </a:r>
            <a:r>
              <a:rPr lang="en-US" sz="1400" spc="14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seat-selection</a:t>
            </a:r>
            <a:r>
              <a:rPr lang="en-US" sz="1400" spc="14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sections</a:t>
            </a:r>
            <a:r>
              <a:rPr lang="en-US" sz="1400" spc="145" dirty="0">
                <a:latin typeface="Arial"/>
                <a:cs typeface="Arial"/>
              </a:rPr>
              <a:t> </a:t>
            </a:r>
            <a:r>
              <a:rPr lang="en-US" sz="1400" spc="-10" dirty="0">
                <a:latin typeface="Arial"/>
                <a:cs typeface="Arial"/>
              </a:rPr>
              <a:t>illustrate </a:t>
            </a:r>
            <a:r>
              <a:rPr lang="en-US" sz="1400" dirty="0">
                <a:latin typeface="Arial"/>
                <a:cs typeface="Arial"/>
              </a:rPr>
              <a:t>the</a:t>
            </a:r>
            <a:r>
              <a:rPr lang="en-US" sz="1400" spc="155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main</a:t>
            </a:r>
            <a:r>
              <a:rPr lang="en-US" sz="1400" spc="16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stages</a:t>
            </a:r>
            <a:r>
              <a:rPr lang="en-US" sz="1400" spc="16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of</a:t>
            </a:r>
            <a:r>
              <a:rPr lang="en-US" sz="1400" spc="155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a</a:t>
            </a:r>
            <a:r>
              <a:rPr lang="en-US" sz="1400" spc="16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booking</a:t>
            </a:r>
            <a:r>
              <a:rPr lang="en-US" sz="1400" spc="16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process.</a:t>
            </a:r>
            <a:r>
              <a:rPr lang="en-US" sz="1400" spc="155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This</a:t>
            </a:r>
            <a:r>
              <a:rPr lang="en-US" sz="1400" spc="16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activity</a:t>
            </a:r>
            <a:r>
              <a:rPr lang="en-US" sz="1400" spc="16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highlights</a:t>
            </a:r>
            <a:r>
              <a:rPr lang="en-US" sz="1400" spc="16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how</a:t>
            </a:r>
            <a:r>
              <a:rPr lang="en-US" sz="1400" spc="155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structured</a:t>
            </a:r>
            <a:r>
              <a:rPr lang="en-US" sz="1400" spc="16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forms</a:t>
            </a:r>
            <a:r>
              <a:rPr lang="en-US" sz="1400" spc="160" dirty="0">
                <a:latin typeface="Arial"/>
                <a:cs typeface="Arial"/>
              </a:rPr>
              <a:t> </a:t>
            </a:r>
            <a:r>
              <a:rPr lang="en-US" sz="1400" spc="-25" dirty="0">
                <a:latin typeface="Arial"/>
                <a:cs typeface="Arial"/>
              </a:rPr>
              <a:t>and </a:t>
            </a:r>
            <a:r>
              <a:rPr lang="en-US" sz="1400" dirty="0">
                <a:latin typeface="Arial"/>
                <a:cs typeface="Arial"/>
              </a:rPr>
              <a:t>clear</a:t>
            </a:r>
            <a:r>
              <a:rPr lang="en-US" sz="1400" spc="-2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fare</a:t>
            </a:r>
            <a:r>
              <a:rPr lang="en-US" sz="1400" spc="-15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summaries</a:t>
            </a:r>
            <a:r>
              <a:rPr lang="en-US" sz="1400" spc="-15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can</a:t>
            </a:r>
            <a:r>
              <a:rPr lang="en-US" sz="1400" spc="-15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make</a:t>
            </a:r>
            <a:r>
              <a:rPr lang="en-US" sz="1400" spc="-15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travel</a:t>
            </a:r>
            <a:r>
              <a:rPr lang="en-US" sz="1400" spc="-20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planning</a:t>
            </a:r>
            <a:r>
              <a:rPr lang="en-US" sz="1400" spc="-15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easier</a:t>
            </a:r>
            <a:r>
              <a:rPr lang="en-US" sz="1400" spc="-15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and</a:t>
            </a:r>
            <a:r>
              <a:rPr lang="en-US" sz="1400" spc="-15" dirty="0">
                <a:latin typeface="Arial"/>
                <a:cs typeface="Arial"/>
              </a:rPr>
              <a:t> </a:t>
            </a:r>
            <a:r>
              <a:rPr lang="en-US" sz="1400" dirty="0">
                <a:latin typeface="Arial"/>
                <a:cs typeface="Arial"/>
              </a:rPr>
              <a:t>more</a:t>
            </a:r>
            <a:r>
              <a:rPr lang="en-US" sz="1400" spc="-15" dirty="0">
                <a:latin typeface="Arial"/>
                <a:cs typeface="Arial"/>
              </a:rPr>
              <a:t> </a:t>
            </a:r>
            <a:r>
              <a:rPr lang="en-US" sz="1400" spc="-10" dirty="0">
                <a:latin typeface="Arial"/>
                <a:cs typeface="Arial"/>
              </a:rPr>
              <a:t>understandable.</a:t>
            </a:r>
            <a:r>
              <a:rPr lang="en-US" sz="1600" b="1" dirty="0">
                <a:solidFill>
                  <a:srgbClr val="1F3D2F"/>
                </a:solidFill>
                <a:latin typeface="Arial"/>
                <a:cs typeface="Arial"/>
              </a:rPr>
              <a:t> </a:t>
            </a:r>
          </a:p>
          <a:p>
            <a:pPr marL="12700">
              <a:lnSpc>
                <a:spcPct val="100000"/>
              </a:lnSpc>
              <a:tabLst>
                <a:tab pos="210185" algn="l"/>
              </a:tabLst>
            </a:pPr>
            <a:endParaRPr lang="en-US" sz="1400" b="1" dirty="0">
              <a:solidFill>
                <a:srgbClr val="1F3D2F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210185" algn="l"/>
              </a:tabLst>
            </a:pPr>
            <a:r>
              <a:rPr lang="en-US" sz="1600" b="1" dirty="0">
                <a:solidFill>
                  <a:srgbClr val="1F3D2F"/>
                </a:solidFill>
                <a:latin typeface="Arial"/>
                <a:cs typeface="Arial"/>
              </a:rPr>
              <a:t>3</a:t>
            </a:r>
            <a:r>
              <a:rPr lang="en-US" sz="1400" b="1" dirty="0">
                <a:solidFill>
                  <a:srgbClr val="1F3D2F"/>
                </a:solidFill>
                <a:latin typeface="Arial"/>
                <a:cs typeface="Arial"/>
              </a:rPr>
              <a:t>. </a:t>
            </a:r>
            <a:r>
              <a:rPr lang="en-US" sz="1600" b="1" dirty="0">
                <a:solidFill>
                  <a:srgbClr val="1F3D2F"/>
                </a:solidFill>
                <a:latin typeface="Arial"/>
                <a:cs typeface="Arial"/>
              </a:rPr>
              <a:t>Online Food Ordering </a:t>
            </a:r>
            <a:r>
              <a:rPr lang="en-US" sz="1600" b="1" spc="-10" dirty="0">
                <a:solidFill>
                  <a:srgbClr val="1F3D2F"/>
                </a:solidFill>
                <a:latin typeface="Arial"/>
                <a:cs typeface="Arial"/>
              </a:rPr>
              <a:t>Website</a:t>
            </a:r>
            <a:endParaRPr lang="en-US" sz="1600" dirty="0">
              <a:latin typeface="Arial"/>
              <a:cs typeface="Arial"/>
            </a:endParaRPr>
          </a:p>
          <a:p>
            <a:pPr marL="12700" marR="5080" algn="just">
              <a:lnSpc>
                <a:spcPct val="123200"/>
              </a:lnSpc>
              <a:spcBef>
                <a:spcPts val="400"/>
              </a:spcBef>
            </a:pPr>
            <a:r>
              <a:rPr lang="en-US" sz="1150" dirty="0">
                <a:latin typeface="Arial"/>
                <a:cs typeface="Arial"/>
              </a:rPr>
              <a:t>The</a:t>
            </a:r>
            <a:r>
              <a:rPr lang="en-US" sz="1150" spc="21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Online</a:t>
            </a:r>
            <a:r>
              <a:rPr lang="en-US" sz="1150" spc="21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Food</a:t>
            </a:r>
            <a:r>
              <a:rPr lang="en-US" sz="1150" spc="21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Ordering</a:t>
            </a:r>
            <a:r>
              <a:rPr lang="en-US" sz="1150" spc="21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Website</a:t>
            </a:r>
            <a:r>
              <a:rPr lang="en-US" sz="1150" spc="21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presents</a:t>
            </a:r>
            <a:r>
              <a:rPr lang="en-US" sz="1150" spc="21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food</a:t>
            </a:r>
            <a:r>
              <a:rPr lang="en-US" sz="1150" spc="21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categories,</a:t>
            </a:r>
            <a:r>
              <a:rPr lang="en-US" sz="1150" spc="21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restaurant</a:t>
            </a:r>
            <a:r>
              <a:rPr lang="en-US" sz="1150" spc="21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options,</a:t>
            </a:r>
            <a:r>
              <a:rPr lang="en-US" sz="1150" spc="210" dirty="0">
                <a:latin typeface="Arial"/>
                <a:cs typeface="Arial"/>
              </a:rPr>
              <a:t> </a:t>
            </a:r>
            <a:r>
              <a:rPr lang="en-US" sz="1150" spc="-20" dirty="0">
                <a:latin typeface="Arial"/>
                <a:cs typeface="Arial"/>
              </a:rPr>
              <a:t>menu </a:t>
            </a:r>
            <a:r>
              <a:rPr lang="en-US" sz="1150" dirty="0">
                <a:latin typeface="Arial"/>
                <a:cs typeface="Arial"/>
              </a:rPr>
              <a:t>items,</a:t>
            </a:r>
            <a:r>
              <a:rPr lang="en-US" sz="1150" spc="1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prices,</a:t>
            </a:r>
            <a:r>
              <a:rPr lang="en-US" sz="1150" spc="1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ratings,</a:t>
            </a:r>
            <a:r>
              <a:rPr lang="en-US" sz="1150" spc="1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and</a:t>
            </a:r>
            <a:r>
              <a:rPr lang="en-US" sz="1150" spc="15" dirty="0">
                <a:latin typeface="Arial"/>
                <a:cs typeface="Arial"/>
              </a:rPr>
              <a:t> </a:t>
            </a:r>
            <a:r>
              <a:rPr lang="en-US" sz="1150" spc="-10" dirty="0">
                <a:latin typeface="Arial"/>
                <a:cs typeface="Arial"/>
              </a:rPr>
              <a:t>add-to-</a:t>
            </a:r>
            <a:r>
              <a:rPr lang="en-US" sz="1150" dirty="0">
                <a:latin typeface="Arial"/>
                <a:cs typeface="Arial"/>
              </a:rPr>
              <a:t>cart</a:t>
            </a:r>
            <a:r>
              <a:rPr lang="en-US" sz="1150" spc="1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controls</a:t>
            </a:r>
            <a:r>
              <a:rPr lang="en-US" sz="1150" spc="1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in</a:t>
            </a:r>
            <a:r>
              <a:rPr lang="en-US" sz="1150" spc="1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an</a:t>
            </a:r>
            <a:r>
              <a:rPr lang="en-US" sz="1150" spc="1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accessible</a:t>
            </a:r>
            <a:r>
              <a:rPr lang="en-US" sz="1150" spc="1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layout.</a:t>
            </a:r>
            <a:r>
              <a:rPr lang="en-US" sz="1150" spc="1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These</a:t>
            </a:r>
            <a:r>
              <a:rPr lang="en-US" sz="1150" spc="1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features</a:t>
            </a:r>
            <a:r>
              <a:rPr lang="en-US" sz="1150" spc="15" dirty="0">
                <a:latin typeface="Arial"/>
                <a:cs typeface="Arial"/>
              </a:rPr>
              <a:t> </a:t>
            </a:r>
            <a:r>
              <a:rPr lang="en-US" sz="1150" spc="-20" dirty="0">
                <a:latin typeface="Arial"/>
                <a:cs typeface="Arial"/>
              </a:rPr>
              <a:t>help </a:t>
            </a:r>
            <a:r>
              <a:rPr lang="en-US" sz="1150" dirty="0">
                <a:latin typeface="Arial"/>
                <a:cs typeface="Arial"/>
              </a:rPr>
              <a:t>customers</a:t>
            </a:r>
            <a:r>
              <a:rPr lang="en-US" sz="1150" spc="25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browse</a:t>
            </a:r>
            <a:r>
              <a:rPr lang="en-US" sz="1150" spc="24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meals</a:t>
            </a:r>
            <a:r>
              <a:rPr lang="en-US" sz="1150" spc="25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and</a:t>
            </a:r>
            <a:r>
              <a:rPr lang="en-US" sz="1150" spc="25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select</a:t>
            </a:r>
            <a:r>
              <a:rPr lang="en-US" sz="1150" spc="25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items</a:t>
            </a:r>
            <a:r>
              <a:rPr lang="en-US" sz="1150" spc="25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conveniently.</a:t>
            </a:r>
            <a:r>
              <a:rPr lang="en-US" sz="1150" spc="25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The</a:t>
            </a:r>
            <a:r>
              <a:rPr lang="en-US" sz="1150" spc="25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activity</a:t>
            </a:r>
            <a:r>
              <a:rPr lang="en-US" sz="1150" spc="25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demonstrates</a:t>
            </a:r>
            <a:r>
              <a:rPr lang="en-US" sz="1150" spc="250" dirty="0">
                <a:latin typeface="Arial"/>
                <a:cs typeface="Arial"/>
              </a:rPr>
              <a:t> </a:t>
            </a:r>
            <a:r>
              <a:rPr lang="en-US" sz="1150" spc="-25" dirty="0">
                <a:latin typeface="Arial"/>
                <a:cs typeface="Arial"/>
              </a:rPr>
              <a:t>the </a:t>
            </a:r>
            <a:r>
              <a:rPr lang="en-US" sz="1150" dirty="0">
                <a:latin typeface="Arial"/>
                <a:cs typeface="Arial"/>
              </a:rPr>
              <a:t>importance</a:t>
            </a:r>
            <a:r>
              <a:rPr lang="en-US" sz="1150" spc="5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of</a:t>
            </a:r>
            <a:r>
              <a:rPr lang="en-US" sz="1150" spc="5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visual</a:t>
            </a:r>
            <a:r>
              <a:rPr lang="en-US" sz="1150" spc="5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presentation,</a:t>
            </a:r>
            <a:r>
              <a:rPr lang="en-US" sz="1150" spc="5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clear</a:t>
            </a:r>
            <a:r>
              <a:rPr lang="en-US" sz="1150" spc="5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menu</a:t>
            </a:r>
            <a:r>
              <a:rPr lang="en-US" sz="1150" spc="5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information,</a:t>
            </a:r>
            <a:r>
              <a:rPr lang="en-US" sz="1150" spc="5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and</a:t>
            </a:r>
            <a:r>
              <a:rPr lang="en-US" sz="1150" spc="5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a</a:t>
            </a:r>
            <a:r>
              <a:rPr lang="en-US" sz="1150" spc="5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simple</a:t>
            </a:r>
            <a:r>
              <a:rPr lang="en-US" sz="1150" spc="5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ordering</a:t>
            </a:r>
            <a:r>
              <a:rPr lang="en-US" sz="1150" spc="50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flow</a:t>
            </a:r>
            <a:r>
              <a:rPr lang="en-US" sz="1150" spc="55" dirty="0">
                <a:latin typeface="Arial"/>
                <a:cs typeface="Arial"/>
              </a:rPr>
              <a:t> </a:t>
            </a:r>
            <a:r>
              <a:rPr lang="en-US" sz="1150" dirty="0">
                <a:latin typeface="Arial"/>
                <a:cs typeface="Arial"/>
              </a:rPr>
              <a:t>in</a:t>
            </a:r>
            <a:r>
              <a:rPr lang="en-US" sz="1150" spc="55" dirty="0">
                <a:latin typeface="Arial"/>
                <a:cs typeface="Arial"/>
              </a:rPr>
              <a:t> </a:t>
            </a:r>
            <a:r>
              <a:rPr lang="en-US" sz="1150" spc="-50" dirty="0">
                <a:latin typeface="Arial"/>
                <a:cs typeface="Arial"/>
              </a:rPr>
              <a:t>a </a:t>
            </a:r>
            <a:r>
              <a:rPr lang="en-US" sz="1150" dirty="0">
                <a:latin typeface="Arial"/>
                <a:cs typeface="Arial"/>
              </a:rPr>
              <a:t>food delivery </a:t>
            </a:r>
            <a:r>
              <a:rPr lang="en-US" sz="1150" spc="-10" dirty="0">
                <a:latin typeface="Arial"/>
                <a:cs typeface="Arial"/>
              </a:rPr>
              <a:t>interface </a:t>
            </a:r>
          </a:p>
          <a:p>
            <a:pPr marL="12700" marR="5080" algn="just">
              <a:lnSpc>
                <a:spcPct val="123200"/>
              </a:lnSpc>
              <a:spcBef>
                <a:spcPts val="400"/>
              </a:spcBef>
            </a:pPr>
            <a:endParaRPr lang="en-US" sz="1150" dirty="0">
              <a:latin typeface="Arial"/>
              <a:cs typeface="Arial"/>
            </a:endParaRPr>
          </a:p>
          <a:p>
            <a:pPr marL="12700" marR="5080" algn="just">
              <a:lnSpc>
                <a:spcPct val="123200"/>
              </a:lnSpc>
              <a:spcBef>
                <a:spcPts val="400"/>
              </a:spcBef>
            </a:pPr>
            <a:endParaRPr sz="115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0463400"/>
            <a:ext cx="7560309" cy="228600"/>
          </a:xfrm>
          <a:custGeom>
            <a:avLst/>
            <a:gdLst/>
            <a:ahLst/>
            <a:cxnLst/>
            <a:rect l="l" t="t" r="r" b="b"/>
            <a:pathLst>
              <a:path w="7560309" h="228600">
                <a:moveTo>
                  <a:pt x="7560000" y="0"/>
                </a:moveTo>
                <a:lnTo>
                  <a:pt x="0" y="0"/>
                </a:lnTo>
                <a:lnTo>
                  <a:pt x="0" y="228600"/>
                </a:lnTo>
                <a:lnTo>
                  <a:pt x="7560000" y="228600"/>
                </a:lnTo>
                <a:lnTo>
                  <a:pt x="7560000" y="0"/>
                </a:lnTo>
                <a:close/>
              </a:path>
            </a:pathLst>
          </a:custGeom>
          <a:solidFill>
            <a:srgbClr val="1F3D2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1486</Words>
  <Application>Microsoft Office PowerPoint</Application>
  <PresentationFormat>Custom</PresentationFormat>
  <Paragraphs>349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Arial Black</vt:lpstr>
      <vt:lpstr>Calibri</vt:lpstr>
      <vt:lpstr>Cambria</vt:lpstr>
      <vt:lpstr>Courier New</vt:lpstr>
      <vt:lpstr>OCR A Extended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Development - ABL Report</dc:title>
  <dc:subject>unspecified</dc:subject>
  <dc:creator>P. Prathap Raju</dc:creator>
  <cp:lastModifiedBy>Durga sai Phaneendranadu Nallazeru</cp:lastModifiedBy>
  <cp:revision>2</cp:revision>
  <dcterms:created xsi:type="dcterms:W3CDTF">2026-10-26T06:24:54Z</dcterms:created>
  <dcterms:modified xsi:type="dcterms:W3CDTF">2026-10-26T07:30:00Z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2026-10-21T00:00:00Z</vt:filetime>
  </property>
  <property fmtid="{D5CDD505-2E9C-101B-9397-08002B2CF9AE}" pid="4" name="Creator">
    <vt:lpwstr>anonymous</vt:lpwstr>
  </property>
  <property fmtid="{D5CDD505-2E9C-101B-9397-08002B2CF9AE}" pid="5" name="LastSaved">
    <vt:filetime>2026-10-26T00:00:00Z</vt:filetime>
  </property>
  <property fmtid="{D5CDD505-2E9C-101B-9397-08002B2CF9AE}" pid="6" name="Producer">
    <vt:lpwstr>ReportLab PDF Library - (opensource)</vt:lpwstr>
  </property>
</Properties>
</file>